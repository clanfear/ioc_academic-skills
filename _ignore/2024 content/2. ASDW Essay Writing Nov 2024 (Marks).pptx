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2"/>
  </p:notesMasterIdLst>
  <p:handoutMasterIdLst>
    <p:handoutMasterId r:id="rId33"/>
  </p:handoutMasterIdLst>
  <p:sldIdLst>
    <p:sldId id="256" r:id="rId5"/>
    <p:sldId id="274" r:id="rId6"/>
    <p:sldId id="257" r:id="rId7"/>
    <p:sldId id="278" r:id="rId8"/>
    <p:sldId id="279" r:id="rId9"/>
    <p:sldId id="258" r:id="rId10"/>
    <p:sldId id="285" r:id="rId11"/>
    <p:sldId id="259" r:id="rId12"/>
    <p:sldId id="260" r:id="rId13"/>
    <p:sldId id="284" r:id="rId14"/>
    <p:sldId id="261" r:id="rId15"/>
    <p:sldId id="262" r:id="rId16"/>
    <p:sldId id="263" r:id="rId17"/>
    <p:sldId id="266" r:id="rId18"/>
    <p:sldId id="265" r:id="rId19"/>
    <p:sldId id="267" r:id="rId20"/>
    <p:sldId id="286" r:id="rId21"/>
    <p:sldId id="268" r:id="rId22"/>
    <p:sldId id="282" r:id="rId23"/>
    <p:sldId id="283" r:id="rId24"/>
    <p:sldId id="281" r:id="rId25"/>
    <p:sldId id="269" r:id="rId26"/>
    <p:sldId id="276" r:id="rId27"/>
    <p:sldId id="280" r:id="rId28"/>
    <p:sldId id="277" r:id="rId29"/>
    <p:sldId id="270" r:id="rId30"/>
    <p:sldId id="271" r:id="rId31"/>
  </p:sldIdLst>
  <p:sldSz cx="9144000" cy="6858000" type="screen4x3"/>
  <p:notesSz cx="6858000" cy="9144000"/>
  <p:defaultTextStyle>
    <a:defPPr>
      <a:defRPr lang="en-GB"/>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05C"/>
    <a:srgbClr val="0073CF"/>
    <a:srgbClr val="000000"/>
    <a:srgbClr val="003E72"/>
    <a:srgbClr val="6AAD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84" autoAdjust="0"/>
    <p:restoredTop sz="62924" autoAdjust="0"/>
  </p:normalViewPr>
  <p:slideViewPr>
    <p:cSldViewPr>
      <p:cViewPr varScale="1">
        <p:scale>
          <a:sx n="66" d="100"/>
          <a:sy n="66" d="100"/>
        </p:scale>
        <p:origin x="3048" y="60"/>
      </p:cViewPr>
      <p:guideLst>
        <p:guide orient="horz" pos="2160"/>
        <p:guide pos="2880"/>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ith Payne" userId="ec06a729-4c50-4191-9a9e-d46875232448" providerId="ADAL" clId="{BE301AD7-DA9E-482C-BF15-909128145495}"/>
    <pc:docChg chg="delSld modSld">
      <pc:chgData name="Faith Payne" userId="ec06a729-4c50-4191-9a9e-d46875232448" providerId="ADAL" clId="{BE301AD7-DA9E-482C-BF15-909128145495}" dt="2024-11-19T15:57:02.144" v="3" actId="1076"/>
      <pc:docMkLst>
        <pc:docMk/>
      </pc:docMkLst>
      <pc:sldChg chg="modSp mod">
        <pc:chgData name="Faith Payne" userId="ec06a729-4c50-4191-9a9e-d46875232448" providerId="ADAL" clId="{BE301AD7-DA9E-482C-BF15-909128145495}" dt="2024-11-19T15:55:29.412" v="0" actId="6549"/>
        <pc:sldMkLst>
          <pc:docMk/>
          <pc:sldMk cId="0" sldId="256"/>
        </pc:sldMkLst>
        <pc:spChg chg="mod">
          <ac:chgData name="Faith Payne" userId="ec06a729-4c50-4191-9a9e-d46875232448" providerId="ADAL" clId="{BE301AD7-DA9E-482C-BF15-909128145495}" dt="2024-11-19T15:55:29.412" v="0" actId="6549"/>
          <ac:spMkLst>
            <pc:docMk/>
            <pc:sldMk cId="0" sldId="256"/>
            <ac:spMk id="3076" creationId="{B13D353B-4EE6-45FB-850E-FA83841DBAC4}"/>
          </ac:spMkLst>
        </pc:spChg>
      </pc:sldChg>
      <pc:sldChg chg="modSp mod">
        <pc:chgData name="Faith Payne" userId="ec06a729-4c50-4191-9a9e-d46875232448" providerId="ADAL" clId="{BE301AD7-DA9E-482C-BF15-909128145495}" dt="2024-11-19T15:57:02.144" v="3" actId="1076"/>
        <pc:sldMkLst>
          <pc:docMk/>
          <pc:sldMk cId="8461386" sldId="269"/>
        </pc:sldMkLst>
        <pc:picChg chg="mod">
          <ac:chgData name="Faith Payne" userId="ec06a729-4c50-4191-9a9e-d46875232448" providerId="ADAL" clId="{BE301AD7-DA9E-482C-BF15-909128145495}" dt="2024-11-19T15:57:02.144" v="3" actId="1076"/>
          <ac:picMkLst>
            <pc:docMk/>
            <pc:sldMk cId="8461386" sldId="269"/>
            <ac:picMk id="5" creationId="{7525249E-20E9-59EA-32D7-12EC3F9789B2}"/>
          </ac:picMkLst>
        </pc:picChg>
      </pc:sldChg>
      <pc:sldChg chg="del">
        <pc:chgData name="Faith Payne" userId="ec06a729-4c50-4191-9a9e-d46875232448" providerId="ADAL" clId="{BE301AD7-DA9E-482C-BF15-909128145495}" dt="2024-11-19T15:55:44.060" v="1" actId="2696"/>
        <pc:sldMkLst>
          <pc:docMk/>
          <pc:sldMk cId="3175217113" sldId="273"/>
        </pc:sldMkLst>
      </pc:sldChg>
    </pc:docChg>
  </pc:docChgLst>
  <pc:docChgLst>
    <pc:chgData name="Ailie Rennie" userId="a4e96a35-45f8-4ad7-9330-891f7b62a5f8" providerId="ADAL" clId="{EBD9932A-F04A-4DED-8055-6E721409474D}"/>
    <pc:docChg chg="undo custSel addSld delSld modSld sldOrd">
      <pc:chgData name="Ailie Rennie" userId="a4e96a35-45f8-4ad7-9330-891f7b62a5f8" providerId="ADAL" clId="{EBD9932A-F04A-4DED-8055-6E721409474D}" dt="2022-10-24T10:13:52.169" v="26454" actId="33524"/>
      <pc:docMkLst>
        <pc:docMk/>
      </pc:docMkLst>
      <pc:sldChg chg="modSp mod modNotesTx">
        <pc:chgData name="Ailie Rennie" userId="a4e96a35-45f8-4ad7-9330-891f7b62a5f8" providerId="ADAL" clId="{EBD9932A-F04A-4DED-8055-6E721409474D}" dt="2022-10-24T10:13:52.169" v="26454" actId="33524"/>
        <pc:sldMkLst>
          <pc:docMk/>
          <pc:sldMk cId="0" sldId="256"/>
        </pc:sldMkLst>
        <pc:spChg chg="mod">
          <ac:chgData name="Ailie Rennie" userId="a4e96a35-45f8-4ad7-9330-891f7b62a5f8" providerId="ADAL" clId="{EBD9932A-F04A-4DED-8055-6E721409474D}" dt="2022-10-03T12:03:05.970" v="22" actId="20577"/>
          <ac:spMkLst>
            <pc:docMk/>
            <pc:sldMk cId="0" sldId="256"/>
            <ac:spMk id="3074" creationId="{F7415F0D-5CE4-4FEC-AEE3-DA8FE2AE2C8F}"/>
          </ac:spMkLst>
        </pc:spChg>
        <pc:spChg chg="mod">
          <ac:chgData name="Ailie Rennie" userId="a4e96a35-45f8-4ad7-9330-891f7b62a5f8" providerId="ADAL" clId="{EBD9932A-F04A-4DED-8055-6E721409474D}" dt="2022-10-03T12:03:14.380" v="60" actId="20577"/>
          <ac:spMkLst>
            <pc:docMk/>
            <pc:sldMk cId="0" sldId="256"/>
            <ac:spMk id="3075" creationId="{FC013F40-5340-492C-ABA7-CB05D29489E8}"/>
          </ac:spMkLst>
        </pc:spChg>
        <pc:spChg chg="mod">
          <ac:chgData name="Ailie Rennie" userId="a4e96a35-45f8-4ad7-9330-891f7b62a5f8" providerId="ADAL" clId="{EBD9932A-F04A-4DED-8055-6E721409474D}" dt="2022-10-11T08:13:15.993" v="1451" actId="1076"/>
          <ac:spMkLst>
            <pc:docMk/>
            <pc:sldMk cId="0" sldId="256"/>
            <ac:spMk id="3076" creationId="{B13D353B-4EE6-45FB-850E-FA83841DBAC4}"/>
          </ac:spMkLst>
        </pc:spChg>
      </pc:sldChg>
      <pc:sldChg chg="addSp modSp mod modNotesTx">
        <pc:chgData name="Ailie Rennie" userId="a4e96a35-45f8-4ad7-9330-891f7b62a5f8" providerId="ADAL" clId="{EBD9932A-F04A-4DED-8055-6E721409474D}" dt="2022-10-23T15:58:51.308" v="25505" actId="6549"/>
        <pc:sldMkLst>
          <pc:docMk/>
          <pc:sldMk cId="0" sldId="257"/>
        </pc:sldMkLst>
        <pc:spChg chg="mod">
          <ac:chgData name="Ailie Rennie" userId="a4e96a35-45f8-4ad7-9330-891f7b62a5f8" providerId="ADAL" clId="{EBD9932A-F04A-4DED-8055-6E721409474D}" dt="2022-10-11T08:14:51.679" v="1743" actId="20577"/>
          <ac:spMkLst>
            <pc:docMk/>
            <pc:sldMk cId="0" sldId="257"/>
            <ac:spMk id="4098" creationId="{BB2DE326-59F2-4945-9535-0AF48B41A394}"/>
          </ac:spMkLst>
        </pc:spChg>
        <pc:spChg chg="mod">
          <ac:chgData name="Ailie Rennie" userId="a4e96a35-45f8-4ad7-9330-891f7b62a5f8" providerId="ADAL" clId="{EBD9932A-F04A-4DED-8055-6E721409474D}" dt="2022-10-11T12:44:04.767" v="21255" actId="27636"/>
          <ac:spMkLst>
            <pc:docMk/>
            <pc:sldMk cId="0" sldId="257"/>
            <ac:spMk id="4099" creationId="{A869C384-EAEC-447D-BE1A-AEAD569499E4}"/>
          </ac:spMkLst>
        </pc:spChg>
        <pc:picChg chg="add mod">
          <ac:chgData name="Ailie Rennie" userId="a4e96a35-45f8-4ad7-9330-891f7b62a5f8" providerId="ADAL" clId="{EBD9932A-F04A-4DED-8055-6E721409474D}" dt="2022-10-11T11:48:16.825" v="15357" actId="1076"/>
          <ac:picMkLst>
            <pc:docMk/>
            <pc:sldMk cId="0" sldId="257"/>
            <ac:picMk id="3074" creationId="{E520CEDC-C11C-543C-4BA5-D28B7F488B79}"/>
          </ac:picMkLst>
        </pc:picChg>
      </pc:sldChg>
      <pc:sldChg chg="addSp delSp modSp mod modNotesTx">
        <pc:chgData name="Ailie Rennie" userId="a4e96a35-45f8-4ad7-9330-891f7b62a5f8" providerId="ADAL" clId="{EBD9932A-F04A-4DED-8055-6E721409474D}" dt="2022-10-11T09:02:47.824" v="4549" actId="20577"/>
        <pc:sldMkLst>
          <pc:docMk/>
          <pc:sldMk cId="2562172790" sldId="258"/>
        </pc:sldMkLst>
        <pc:spChg chg="mod">
          <ac:chgData name="Ailie Rennie" userId="a4e96a35-45f8-4ad7-9330-891f7b62a5f8" providerId="ADAL" clId="{EBD9932A-F04A-4DED-8055-6E721409474D}" dt="2022-10-03T12:03:52.175" v="148" actId="20577"/>
          <ac:spMkLst>
            <pc:docMk/>
            <pc:sldMk cId="2562172790" sldId="258"/>
            <ac:spMk id="4098" creationId="{BB2DE326-59F2-4945-9535-0AF48B41A394}"/>
          </ac:spMkLst>
        </pc:spChg>
        <pc:spChg chg="del mod">
          <ac:chgData name="Ailie Rennie" userId="a4e96a35-45f8-4ad7-9330-891f7b62a5f8" providerId="ADAL" clId="{EBD9932A-F04A-4DED-8055-6E721409474D}" dt="2022-10-11T08:43:35.876" v="3698" actId="478"/>
          <ac:spMkLst>
            <pc:docMk/>
            <pc:sldMk cId="2562172790" sldId="258"/>
            <ac:spMk id="4099" creationId="{A869C384-EAEC-447D-BE1A-AEAD569499E4}"/>
          </ac:spMkLst>
        </pc:spChg>
        <pc:picChg chg="add mod">
          <ac:chgData name="Ailie Rennie" userId="a4e96a35-45f8-4ad7-9330-891f7b62a5f8" providerId="ADAL" clId="{EBD9932A-F04A-4DED-8055-6E721409474D}" dt="2022-10-11T08:45:24.538" v="3909" actId="1076"/>
          <ac:picMkLst>
            <pc:docMk/>
            <pc:sldMk cId="2562172790" sldId="258"/>
            <ac:picMk id="3" creationId="{D72752A1-C74F-EA40-FE6E-D31023E95E37}"/>
          </ac:picMkLst>
        </pc:picChg>
      </pc:sldChg>
      <pc:sldChg chg="addSp delSp modSp add mod ord modNotesTx">
        <pc:chgData name="Ailie Rennie" userId="a4e96a35-45f8-4ad7-9330-891f7b62a5f8" providerId="ADAL" clId="{EBD9932A-F04A-4DED-8055-6E721409474D}" dt="2022-10-14T15:42:43.494" v="25011" actId="20577"/>
        <pc:sldMkLst>
          <pc:docMk/>
          <pc:sldMk cId="3845795569" sldId="259"/>
        </pc:sldMkLst>
        <pc:spChg chg="add del mod">
          <ac:chgData name="Ailie Rennie" userId="a4e96a35-45f8-4ad7-9330-891f7b62a5f8" providerId="ADAL" clId="{EBD9932A-F04A-4DED-8055-6E721409474D}" dt="2022-10-11T09:04:10.729" v="4555" actId="478"/>
          <ac:spMkLst>
            <pc:docMk/>
            <pc:sldMk cId="3845795569" sldId="259"/>
            <ac:spMk id="3" creationId="{2AB26AD2-62B6-69D7-D36C-E3C312E62C1C}"/>
          </ac:spMkLst>
        </pc:spChg>
        <pc:spChg chg="add mod">
          <ac:chgData name="Ailie Rennie" userId="a4e96a35-45f8-4ad7-9330-891f7b62a5f8" providerId="ADAL" clId="{EBD9932A-F04A-4DED-8055-6E721409474D}" dt="2022-10-11T09:04:16.289" v="4556"/>
          <ac:spMkLst>
            <pc:docMk/>
            <pc:sldMk cId="3845795569" sldId="259"/>
            <ac:spMk id="4" creationId="{6CF54747-0AD8-666A-CE3D-1403883609F2}"/>
          </ac:spMkLst>
        </pc:spChg>
        <pc:spChg chg="mod">
          <ac:chgData name="Ailie Rennie" userId="a4e96a35-45f8-4ad7-9330-891f7b62a5f8" providerId="ADAL" clId="{EBD9932A-F04A-4DED-8055-6E721409474D}" dt="2022-10-03T12:03:59.468" v="169" actId="20577"/>
          <ac:spMkLst>
            <pc:docMk/>
            <pc:sldMk cId="3845795569" sldId="259"/>
            <ac:spMk id="4098" creationId="{BB2DE326-59F2-4945-9535-0AF48B41A394}"/>
          </ac:spMkLst>
        </pc:spChg>
        <pc:spChg chg="mod">
          <ac:chgData name="Ailie Rennie" userId="a4e96a35-45f8-4ad7-9330-891f7b62a5f8" providerId="ADAL" clId="{EBD9932A-F04A-4DED-8055-6E721409474D}" dt="2022-10-03T12:15:37.872" v="947" actId="20577"/>
          <ac:spMkLst>
            <pc:docMk/>
            <pc:sldMk cId="3845795569" sldId="259"/>
            <ac:spMk id="4099" creationId="{A869C384-EAEC-447D-BE1A-AEAD569499E4}"/>
          </ac:spMkLst>
        </pc:spChg>
        <pc:picChg chg="add del mod">
          <ac:chgData name="Ailie Rennie" userId="a4e96a35-45f8-4ad7-9330-891f7b62a5f8" providerId="ADAL" clId="{EBD9932A-F04A-4DED-8055-6E721409474D}" dt="2022-10-11T09:08:50.718" v="5133" actId="478"/>
          <ac:picMkLst>
            <pc:docMk/>
            <pc:sldMk cId="3845795569" sldId="259"/>
            <ac:picMk id="2050" creationId="{C6903890-A286-8A21-8AAC-0941819C7D4C}"/>
          </ac:picMkLst>
        </pc:picChg>
        <pc:picChg chg="add mod">
          <ac:chgData name="Ailie Rennie" userId="a4e96a35-45f8-4ad7-9330-891f7b62a5f8" providerId="ADAL" clId="{EBD9932A-F04A-4DED-8055-6E721409474D}" dt="2022-10-11T09:09:00.492" v="5137" actId="14100"/>
          <ac:picMkLst>
            <pc:docMk/>
            <pc:sldMk cId="3845795569" sldId="259"/>
            <ac:picMk id="2052" creationId="{1CCAA321-82BD-4DFB-1ED4-DAFA6622E06D}"/>
          </ac:picMkLst>
        </pc:picChg>
      </pc:sldChg>
      <pc:sldChg chg="modSp add mod ord modNotesTx">
        <pc:chgData name="Ailie Rennie" userId="a4e96a35-45f8-4ad7-9330-891f7b62a5f8" providerId="ADAL" clId="{EBD9932A-F04A-4DED-8055-6E721409474D}" dt="2022-10-23T15:55:30.370" v="25504" actId="15"/>
        <pc:sldMkLst>
          <pc:docMk/>
          <pc:sldMk cId="4074848450" sldId="260"/>
        </pc:sldMkLst>
        <pc:spChg chg="mod">
          <ac:chgData name="Ailie Rennie" userId="a4e96a35-45f8-4ad7-9330-891f7b62a5f8" providerId="ADAL" clId="{EBD9932A-F04A-4DED-8055-6E721409474D}" dt="2022-10-03T12:04:09.035" v="193" actId="20577"/>
          <ac:spMkLst>
            <pc:docMk/>
            <pc:sldMk cId="4074848450" sldId="260"/>
            <ac:spMk id="4098" creationId="{BB2DE326-59F2-4945-9535-0AF48B41A394}"/>
          </ac:spMkLst>
        </pc:spChg>
        <pc:spChg chg="mod">
          <ac:chgData name="Ailie Rennie" userId="a4e96a35-45f8-4ad7-9330-891f7b62a5f8" providerId="ADAL" clId="{EBD9932A-F04A-4DED-8055-6E721409474D}" dt="2022-10-23T15:55:30.370" v="25504" actId="15"/>
          <ac:spMkLst>
            <pc:docMk/>
            <pc:sldMk cId="4074848450" sldId="260"/>
            <ac:spMk id="4099" creationId="{A869C384-EAEC-447D-BE1A-AEAD569499E4}"/>
          </ac:spMkLst>
        </pc:spChg>
      </pc:sldChg>
      <pc:sldChg chg="addSp delSp modSp add mod modNotesTx">
        <pc:chgData name="Ailie Rennie" userId="a4e96a35-45f8-4ad7-9330-891f7b62a5f8" providerId="ADAL" clId="{EBD9932A-F04A-4DED-8055-6E721409474D}" dt="2022-10-11T10:47:13.860" v="13109" actId="20577"/>
        <pc:sldMkLst>
          <pc:docMk/>
          <pc:sldMk cId="3000178444" sldId="261"/>
        </pc:sldMkLst>
        <pc:spChg chg="add mod">
          <ac:chgData name="Ailie Rennie" userId="a4e96a35-45f8-4ad7-9330-891f7b62a5f8" providerId="ADAL" clId="{EBD9932A-F04A-4DED-8055-6E721409474D}" dt="2022-10-11T09:25:36.957" v="5377" actId="1076"/>
          <ac:spMkLst>
            <pc:docMk/>
            <pc:sldMk cId="3000178444" sldId="261"/>
            <ac:spMk id="2" creationId="{50262C7C-32B2-68AE-47D0-52B4BD5E5B59}"/>
          </ac:spMkLst>
        </pc:spChg>
        <pc:spChg chg="add del mod">
          <ac:chgData name="Ailie Rennie" userId="a4e96a35-45f8-4ad7-9330-891f7b62a5f8" providerId="ADAL" clId="{EBD9932A-F04A-4DED-8055-6E721409474D}" dt="2022-10-11T09:23:18.698" v="5317" actId="478"/>
          <ac:spMkLst>
            <pc:docMk/>
            <pc:sldMk cId="3000178444" sldId="261"/>
            <ac:spMk id="3" creationId="{4E65BC5C-2DEF-A127-9135-62F93F1D5522}"/>
          </ac:spMkLst>
        </pc:spChg>
        <pc:spChg chg="add del">
          <ac:chgData name="Ailie Rennie" userId="a4e96a35-45f8-4ad7-9330-891f7b62a5f8" providerId="ADAL" clId="{EBD9932A-F04A-4DED-8055-6E721409474D}" dt="2022-10-11T09:23:25.454" v="5319" actId="478"/>
          <ac:spMkLst>
            <pc:docMk/>
            <pc:sldMk cId="3000178444" sldId="261"/>
            <ac:spMk id="4" creationId="{8B431A60-AD64-4686-B1F3-91C4222BE713}"/>
          </ac:spMkLst>
        </pc:spChg>
        <pc:spChg chg="add mod">
          <ac:chgData name="Ailie Rennie" userId="a4e96a35-45f8-4ad7-9330-891f7b62a5f8" providerId="ADAL" clId="{EBD9932A-F04A-4DED-8055-6E721409474D}" dt="2022-10-11T09:25:36.957" v="5377" actId="1076"/>
          <ac:spMkLst>
            <pc:docMk/>
            <pc:sldMk cId="3000178444" sldId="261"/>
            <ac:spMk id="5" creationId="{ECAB684E-8233-1B7A-BE59-E635DBF371EC}"/>
          </ac:spMkLst>
        </pc:spChg>
        <pc:spChg chg="add mod">
          <ac:chgData name="Ailie Rennie" userId="a4e96a35-45f8-4ad7-9330-891f7b62a5f8" providerId="ADAL" clId="{EBD9932A-F04A-4DED-8055-6E721409474D}" dt="2022-10-11T09:25:36.957" v="5377" actId="1076"/>
          <ac:spMkLst>
            <pc:docMk/>
            <pc:sldMk cId="3000178444" sldId="261"/>
            <ac:spMk id="6" creationId="{C2059C52-B73C-918C-87A9-5EE585A320B4}"/>
          </ac:spMkLst>
        </pc:spChg>
        <pc:spChg chg="mod">
          <ac:chgData name="Ailie Rennie" userId="a4e96a35-45f8-4ad7-9330-891f7b62a5f8" providerId="ADAL" clId="{EBD9932A-F04A-4DED-8055-6E721409474D}" dt="2022-10-03T12:04:19.532" v="210" actId="20577"/>
          <ac:spMkLst>
            <pc:docMk/>
            <pc:sldMk cId="3000178444" sldId="261"/>
            <ac:spMk id="4098" creationId="{BB2DE326-59F2-4945-9535-0AF48B41A394}"/>
          </ac:spMkLst>
        </pc:spChg>
        <pc:spChg chg="mod">
          <ac:chgData name="Ailie Rennie" userId="a4e96a35-45f8-4ad7-9330-891f7b62a5f8" providerId="ADAL" clId="{EBD9932A-F04A-4DED-8055-6E721409474D}" dt="2022-10-11T10:17:45.543" v="8660" actId="20577"/>
          <ac:spMkLst>
            <pc:docMk/>
            <pc:sldMk cId="3000178444" sldId="261"/>
            <ac:spMk id="4099" creationId="{A869C384-EAEC-447D-BE1A-AEAD569499E4}"/>
          </ac:spMkLst>
        </pc:spChg>
      </pc:sldChg>
      <pc:sldChg chg="addSp modSp add mod modNotesTx">
        <pc:chgData name="Ailie Rennie" userId="a4e96a35-45f8-4ad7-9330-891f7b62a5f8" providerId="ADAL" clId="{EBD9932A-F04A-4DED-8055-6E721409474D}" dt="2022-10-11T10:44:15.769" v="12184" actId="20577"/>
        <pc:sldMkLst>
          <pc:docMk/>
          <pc:sldMk cId="2203319510" sldId="262"/>
        </pc:sldMkLst>
        <pc:spChg chg="add mod">
          <ac:chgData name="Ailie Rennie" userId="a4e96a35-45f8-4ad7-9330-891f7b62a5f8" providerId="ADAL" clId="{EBD9932A-F04A-4DED-8055-6E721409474D}" dt="2022-10-03T12:21:16.946" v="1155" actId="1076"/>
          <ac:spMkLst>
            <pc:docMk/>
            <pc:sldMk cId="2203319510" sldId="262"/>
            <ac:spMk id="4" creationId="{0F3811B5-2B4E-34BB-3C29-6F3E244295C4}"/>
          </ac:spMkLst>
        </pc:spChg>
        <pc:spChg chg="mod">
          <ac:chgData name="Ailie Rennie" userId="a4e96a35-45f8-4ad7-9330-891f7b62a5f8" providerId="ADAL" clId="{EBD9932A-F04A-4DED-8055-6E721409474D}" dt="2022-10-03T12:04:25.445" v="222" actId="20577"/>
          <ac:spMkLst>
            <pc:docMk/>
            <pc:sldMk cId="2203319510" sldId="262"/>
            <ac:spMk id="4098" creationId="{BB2DE326-59F2-4945-9535-0AF48B41A394}"/>
          </ac:spMkLst>
        </pc:spChg>
        <pc:spChg chg="mod">
          <ac:chgData name="Ailie Rennie" userId="a4e96a35-45f8-4ad7-9330-891f7b62a5f8" providerId="ADAL" clId="{EBD9932A-F04A-4DED-8055-6E721409474D}" dt="2022-10-11T09:27:33.061" v="5380" actId="114"/>
          <ac:spMkLst>
            <pc:docMk/>
            <pc:sldMk cId="2203319510" sldId="262"/>
            <ac:spMk id="4099" creationId="{A869C384-EAEC-447D-BE1A-AEAD569499E4}"/>
          </ac:spMkLst>
        </pc:spChg>
        <pc:graphicFrameChg chg="add mod modGraphic">
          <ac:chgData name="Ailie Rennie" userId="a4e96a35-45f8-4ad7-9330-891f7b62a5f8" providerId="ADAL" clId="{EBD9932A-F04A-4DED-8055-6E721409474D}" dt="2022-10-03T12:21:11.007" v="1154"/>
          <ac:graphicFrameMkLst>
            <pc:docMk/>
            <pc:sldMk cId="2203319510" sldId="262"/>
            <ac:graphicFrameMk id="2" creationId="{426F27AC-52A2-49F0-C447-12E09E6950AF}"/>
          </ac:graphicFrameMkLst>
        </pc:graphicFrameChg>
      </pc:sldChg>
      <pc:sldChg chg="addSp modSp add mod modNotesTx">
        <pc:chgData name="Ailie Rennie" userId="a4e96a35-45f8-4ad7-9330-891f7b62a5f8" providerId="ADAL" clId="{EBD9932A-F04A-4DED-8055-6E721409474D}" dt="2022-10-11T12:24:22.034" v="18195" actId="20577"/>
        <pc:sldMkLst>
          <pc:docMk/>
          <pc:sldMk cId="2852180652" sldId="263"/>
        </pc:sldMkLst>
        <pc:spChg chg="add mod">
          <ac:chgData name="Ailie Rennie" userId="a4e96a35-45f8-4ad7-9330-891f7b62a5f8" providerId="ADAL" clId="{EBD9932A-F04A-4DED-8055-6E721409474D}" dt="2022-10-11T12:07:30.471" v="16104" actId="404"/>
          <ac:spMkLst>
            <pc:docMk/>
            <pc:sldMk cId="2852180652" sldId="263"/>
            <ac:spMk id="2" creationId="{13B71CC1-944C-B047-5E8C-4CFF1E3BD9E4}"/>
          </ac:spMkLst>
        </pc:spChg>
        <pc:spChg chg="add mod">
          <ac:chgData name="Ailie Rennie" userId="a4e96a35-45f8-4ad7-9330-891f7b62a5f8" providerId="ADAL" clId="{EBD9932A-F04A-4DED-8055-6E721409474D}" dt="2022-10-11T12:07:40.795" v="16137" actId="20577"/>
          <ac:spMkLst>
            <pc:docMk/>
            <pc:sldMk cId="2852180652" sldId="263"/>
            <ac:spMk id="3" creationId="{C88C0059-3B0C-AF55-81B4-B9839374C304}"/>
          </ac:spMkLst>
        </pc:spChg>
        <pc:spChg chg="add mod">
          <ac:chgData name="Ailie Rennie" userId="a4e96a35-45f8-4ad7-9330-891f7b62a5f8" providerId="ADAL" clId="{EBD9932A-F04A-4DED-8055-6E721409474D}" dt="2022-10-11T12:07:52.156" v="16185" actId="20577"/>
          <ac:spMkLst>
            <pc:docMk/>
            <pc:sldMk cId="2852180652" sldId="263"/>
            <ac:spMk id="4" creationId="{15B79659-A555-E1AE-8911-51827768D244}"/>
          </ac:spMkLst>
        </pc:spChg>
        <pc:spChg chg="add mod">
          <ac:chgData name="Ailie Rennie" userId="a4e96a35-45f8-4ad7-9330-891f7b62a5f8" providerId="ADAL" clId="{EBD9932A-F04A-4DED-8055-6E721409474D}" dt="2022-10-11T12:08:06.029" v="16242" actId="20577"/>
          <ac:spMkLst>
            <pc:docMk/>
            <pc:sldMk cId="2852180652" sldId="263"/>
            <ac:spMk id="5" creationId="{14C12343-B5F2-F790-6DE1-A4ABCD81E259}"/>
          </ac:spMkLst>
        </pc:spChg>
        <pc:spChg chg="mod">
          <ac:chgData name="Ailie Rennie" userId="a4e96a35-45f8-4ad7-9330-891f7b62a5f8" providerId="ADAL" clId="{EBD9932A-F04A-4DED-8055-6E721409474D}" dt="2022-10-03T12:04:31.449" v="232" actId="20577"/>
          <ac:spMkLst>
            <pc:docMk/>
            <pc:sldMk cId="2852180652" sldId="263"/>
            <ac:spMk id="4098" creationId="{BB2DE326-59F2-4945-9535-0AF48B41A394}"/>
          </ac:spMkLst>
        </pc:spChg>
        <pc:spChg chg="mod">
          <ac:chgData name="Ailie Rennie" userId="a4e96a35-45f8-4ad7-9330-891f7b62a5f8" providerId="ADAL" clId="{EBD9932A-F04A-4DED-8055-6E721409474D}" dt="2022-10-11T12:24:22.034" v="18195" actId="20577"/>
          <ac:spMkLst>
            <pc:docMk/>
            <pc:sldMk cId="2852180652" sldId="263"/>
            <ac:spMk id="4099" creationId="{A869C384-EAEC-447D-BE1A-AEAD569499E4}"/>
          </ac:spMkLst>
        </pc:spChg>
      </pc:sldChg>
      <pc:sldChg chg="modSp add del mod ord modNotesTx">
        <pc:chgData name="Ailie Rennie" userId="a4e96a35-45f8-4ad7-9330-891f7b62a5f8" providerId="ADAL" clId="{EBD9932A-F04A-4DED-8055-6E721409474D}" dt="2022-10-11T12:27:36.290" v="18729" actId="47"/>
        <pc:sldMkLst>
          <pc:docMk/>
          <pc:sldMk cId="2942168557" sldId="264"/>
        </pc:sldMkLst>
        <pc:spChg chg="mod">
          <ac:chgData name="Ailie Rennie" userId="a4e96a35-45f8-4ad7-9330-891f7b62a5f8" providerId="ADAL" clId="{EBD9932A-F04A-4DED-8055-6E721409474D}" dt="2022-10-03T12:04:38.428" v="243" actId="20577"/>
          <ac:spMkLst>
            <pc:docMk/>
            <pc:sldMk cId="2942168557" sldId="264"/>
            <ac:spMk id="4098" creationId="{BB2DE326-59F2-4945-9535-0AF48B41A394}"/>
          </ac:spMkLst>
        </pc:spChg>
        <pc:spChg chg="mod">
          <ac:chgData name="Ailie Rennie" userId="a4e96a35-45f8-4ad7-9330-891f7b62a5f8" providerId="ADAL" clId="{EBD9932A-F04A-4DED-8055-6E721409474D}" dt="2022-10-11T09:30:43.894" v="5432" actId="20577"/>
          <ac:spMkLst>
            <pc:docMk/>
            <pc:sldMk cId="2942168557" sldId="264"/>
            <ac:spMk id="4099" creationId="{A869C384-EAEC-447D-BE1A-AEAD569499E4}"/>
          </ac:spMkLst>
        </pc:spChg>
      </pc:sldChg>
      <pc:sldChg chg="addSp delSp modSp add mod modNotesTx">
        <pc:chgData name="Ailie Rennie" userId="a4e96a35-45f8-4ad7-9330-891f7b62a5f8" providerId="ADAL" clId="{EBD9932A-F04A-4DED-8055-6E721409474D}" dt="2022-10-11T11:34:38.071" v="13819" actId="20577"/>
        <pc:sldMkLst>
          <pc:docMk/>
          <pc:sldMk cId="1431668249" sldId="265"/>
        </pc:sldMkLst>
        <pc:spChg chg="add mod">
          <ac:chgData name="Ailie Rennie" userId="a4e96a35-45f8-4ad7-9330-891f7b62a5f8" providerId="ADAL" clId="{EBD9932A-F04A-4DED-8055-6E721409474D}" dt="2022-10-11T09:27:37.955" v="5382" actId="114"/>
          <ac:spMkLst>
            <pc:docMk/>
            <pc:sldMk cId="1431668249" sldId="265"/>
            <ac:spMk id="2" creationId="{7ED8FF21-3695-B6F7-D3E4-6F0C41D4E4B9}"/>
          </ac:spMkLst>
        </pc:spChg>
        <pc:spChg chg="mod">
          <ac:chgData name="Ailie Rennie" userId="a4e96a35-45f8-4ad7-9330-891f7b62a5f8" providerId="ADAL" clId="{EBD9932A-F04A-4DED-8055-6E721409474D}" dt="2022-10-03T12:04:49.866" v="253" actId="20577"/>
          <ac:spMkLst>
            <pc:docMk/>
            <pc:sldMk cId="1431668249" sldId="265"/>
            <ac:spMk id="4098" creationId="{BB2DE326-59F2-4945-9535-0AF48B41A394}"/>
          </ac:spMkLst>
        </pc:spChg>
        <pc:spChg chg="del">
          <ac:chgData name="Ailie Rennie" userId="a4e96a35-45f8-4ad7-9330-891f7b62a5f8" providerId="ADAL" clId="{EBD9932A-F04A-4DED-8055-6E721409474D}" dt="2022-10-03T12:21:30.395" v="1156" actId="478"/>
          <ac:spMkLst>
            <pc:docMk/>
            <pc:sldMk cId="1431668249" sldId="265"/>
            <ac:spMk id="4099" creationId="{A869C384-EAEC-447D-BE1A-AEAD569499E4}"/>
          </ac:spMkLst>
        </pc:spChg>
        <pc:graphicFrameChg chg="add mod modGraphic">
          <ac:chgData name="Ailie Rennie" userId="a4e96a35-45f8-4ad7-9330-891f7b62a5f8" providerId="ADAL" clId="{EBD9932A-F04A-4DED-8055-6E721409474D}" dt="2022-10-03T12:23:30.532" v="1289"/>
          <ac:graphicFrameMkLst>
            <pc:docMk/>
            <pc:sldMk cId="1431668249" sldId="265"/>
            <ac:graphicFrameMk id="3" creationId="{E3888887-5D0C-C7B4-3E77-737B3807530D}"/>
          </ac:graphicFrameMkLst>
        </pc:graphicFrameChg>
      </pc:sldChg>
      <pc:sldChg chg="modSp add mod ord modNotesTx">
        <pc:chgData name="Ailie Rennie" userId="a4e96a35-45f8-4ad7-9330-891f7b62a5f8" providerId="ADAL" clId="{EBD9932A-F04A-4DED-8055-6E721409474D}" dt="2022-10-11T12:26:55.640" v="18682"/>
        <pc:sldMkLst>
          <pc:docMk/>
          <pc:sldMk cId="3269895133" sldId="266"/>
        </pc:sldMkLst>
        <pc:spChg chg="mod">
          <ac:chgData name="Ailie Rennie" userId="a4e96a35-45f8-4ad7-9330-891f7b62a5f8" providerId="ADAL" clId="{EBD9932A-F04A-4DED-8055-6E721409474D}" dt="2022-10-03T12:04:57.996" v="260" actId="20577"/>
          <ac:spMkLst>
            <pc:docMk/>
            <pc:sldMk cId="3269895133" sldId="266"/>
            <ac:spMk id="4098" creationId="{BB2DE326-59F2-4945-9535-0AF48B41A394}"/>
          </ac:spMkLst>
        </pc:spChg>
        <pc:spChg chg="mod">
          <ac:chgData name="Ailie Rennie" userId="a4e96a35-45f8-4ad7-9330-891f7b62a5f8" providerId="ADAL" clId="{EBD9932A-F04A-4DED-8055-6E721409474D}" dt="2022-10-11T11:46:48.690" v="15352" actId="20577"/>
          <ac:spMkLst>
            <pc:docMk/>
            <pc:sldMk cId="3269895133" sldId="266"/>
            <ac:spMk id="4099" creationId="{A869C384-EAEC-447D-BE1A-AEAD569499E4}"/>
          </ac:spMkLst>
        </pc:spChg>
      </pc:sldChg>
      <pc:sldChg chg="modSp add mod ord modNotesTx">
        <pc:chgData name="Ailie Rennie" userId="a4e96a35-45f8-4ad7-9330-891f7b62a5f8" providerId="ADAL" clId="{EBD9932A-F04A-4DED-8055-6E721409474D}" dt="2022-10-23T16:31:04.514" v="25934" actId="20577"/>
        <pc:sldMkLst>
          <pc:docMk/>
          <pc:sldMk cId="3219296188" sldId="267"/>
        </pc:sldMkLst>
        <pc:spChg chg="mod">
          <ac:chgData name="Ailie Rennie" userId="a4e96a35-45f8-4ad7-9330-891f7b62a5f8" providerId="ADAL" clId="{EBD9932A-F04A-4DED-8055-6E721409474D}" dt="2022-10-03T12:05:16.392" v="281" actId="20577"/>
          <ac:spMkLst>
            <pc:docMk/>
            <pc:sldMk cId="3219296188" sldId="267"/>
            <ac:spMk id="4098" creationId="{BB2DE326-59F2-4945-9535-0AF48B41A394}"/>
          </ac:spMkLst>
        </pc:spChg>
        <pc:spChg chg="mod">
          <ac:chgData name="Ailie Rennie" userId="a4e96a35-45f8-4ad7-9330-891f7b62a5f8" providerId="ADAL" clId="{EBD9932A-F04A-4DED-8055-6E721409474D}" dt="2022-10-11T12:03:58.616" v="16005" actId="15"/>
          <ac:spMkLst>
            <pc:docMk/>
            <pc:sldMk cId="3219296188" sldId="267"/>
            <ac:spMk id="4099" creationId="{A869C384-EAEC-447D-BE1A-AEAD569499E4}"/>
          </ac:spMkLst>
        </pc:spChg>
      </pc:sldChg>
      <pc:sldChg chg="modSp add mod modNotesTx">
        <pc:chgData name="Ailie Rennie" userId="a4e96a35-45f8-4ad7-9330-891f7b62a5f8" providerId="ADAL" clId="{EBD9932A-F04A-4DED-8055-6E721409474D}" dt="2022-10-23T16:42:26.361" v="25938" actId="20577"/>
        <pc:sldMkLst>
          <pc:docMk/>
          <pc:sldMk cId="3570301127" sldId="268"/>
        </pc:sldMkLst>
        <pc:spChg chg="mod">
          <ac:chgData name="Ailie Rennie" userId="a4e96a35-45f8-4ad7-9330-891f7b62a5f8" providerId="ADAL" clId="{EBD9932A-F04A-4DED-8055-6E721409474D}" dt="2022-10-03T12:05:24.720" v="301" actId="20577"/>
          <ac:spMkLst>
            <pc:docMk/>
            <pc:sldMk cId="3570301127" sldId="268"/>
            <ac:spMk id="4098" creationId="{BB2DE326-59F2-4945-9535-0AF48B41A394}"/>
          </ac:spMkLst>
        </pc:spChg>
        <pc:spChg chg="mod">
          <ac:chgData name="Ailie Rennie" userId="a4e96a35-45f8-4ad7-9330-891f7b62a5f8" providerId="ADAL" clId="{EBD9932A-F04A-4DED-8055-6E721409474D}" dt="2022-10-11T12:50:01.254" v="21358" actId="113"/>
          <ac:spMkLst>
            <pc:docMk/>
            <pc:sldMk cId="3570301127" sldId="268"/>
            <ac:spMk id="4099" creationId="{A869C384-EAEC-447D-BE1A-AEAD569499E4}"/>
          </ac:spMkLst>
        </pc:spChg>
      </pc:sldChg>
      <pc:sldChg chg="addSp delSp modSp add mod modNotesTx">
        <pc:chgData name="Ailie Rennie" userId="a4e96a35-45f8-4ad7-9330-891f7b62a5f8" providerId="ADAL" clId="{EBD9932A-F04A-4DED-8055-6E721409474D}" dt="2022-10-11T11:49:05.553" v="15369" actId="1076"/>
        <pc:sldMkLst>
          <pc:docMk/>
          <pc:sldMk cId="8461386" sldId="269"/>
        </pc:sldMkLst>
        <pc:spChg chg="mod">
          <ac:chgData name="Ailie Rennie" userId="a4e96a35-45f8-4ad7-9330-891f7b62a5f8" providerId="ADAL" clId="{EBD9932A-F04A-4DED-8055-6E721409474D}" dt="2022-10-03T12:05:32.887" v="322" actId="20577"/>
          <ac:spMkLst>
            <pc:docMk/>
            <pc:sldMk cId="8461386" sldId="269"/>
            <ac:spMk id="4098" creationId="{BB2DE326-59F2-4945-9535-0AF48B41A394}"/>
          </ac:spMkLst>
        </pc:spChg>
        <pc:spChg chg="mod">
          <ac:chgData name="Ailie Rennie" userId="a4e96a35-45f8-4ad7-9330-891f7b62a5f8" providerId="ADAL" clId="{EBD9932A-F04A-4DED-8055-6E721409474D}" dt="2022-10-11T11:48:59.800" v="15367" actId="1076"/>
          <ac:spMkLst>
            <pc:docMk/>
            <pc:sldMk cId="8461386" sldId="269"/>
            <ac:spMk id="4099" creationId="{A869C384-EAEC-447D-BE1A-AEAD569499E4}"/>
          </ac:spMkLst>
        </pc:spChg>
        <pc:picChg chg="add del">
          <ac:chgData name="Ailie Rennie" userId="a4e96a35-45f8-4ad7-9330-891f7b62a5f8" providerId="ADAL" clId="{EBD9932A-F04A-4DED-8055-6E721409474D}" dt="2022-10-11T09:53:31.607" v="7417" actId="478"/>
          <ac:picMkLst>
            <pc:docMk/>
            <pc:sldMk cId="8461386" sldId="269"/>
            <ac:picMk id="3" creationId="{EDA43EFF-11EF-1D42-473A-A209F8F7A9D0}"/>
          </ac:picMkLst>
        </pc:picChg>
        <pc:picChg chg="add mod">
          <ac:chgData name="Ailie Rennie" userId="a4e96a35-45f8-4ad7-9330-891f7b62a5f8" providerId="ADAL" clId="{EBD9932A-F04A-4DED-8055-6E721409474D}" dt="2022-10-11T11:49:02.221" v="15368" actId="1076"/>
          <ac:picMkLst>
            <pc:docMk/>
            <pc:sldMk cId="8461386" sldId="269"/>
            <ac:picMk id="5" creationId="{7525249E-20E9-59EA-32D7-12EC3F9789B2}"/>
          </ac:picMkLst>
        </pc:picChg>
        <pc:picChg chg="add mod">
          <ac:chgData name="Ailie Rennie" userId="a4e96a35-45f8-4ad7-9330-891f7b62a5f8" providerId="ADAL" clId="{EBD9932A-F04A-4DED-8055-6E721409474D}" dt="2022-10-11T11:49:05.553" v="15369" actId="1076"/>
          <ac:picMkLst>
            <pc:docMk/>
            <pc:sldMk cId="8461386" sldId="269"/>
            <ac:picMk id="6" creationId="{6E45E9C9-A878-026E-6822-699DA466C88F}"/>
          </ac:picMkLst>
        </pc:picChg>
      </pc:sldChg>
      <pc:sldChg chg="modSp add mod modNotesTx">
        <pc:chgData name="Ailie Rennie" userId="a4e96a35-45f8-4ad7-9330-891f7b62a5f8" providerId="ADAL" clId="{EBD9932A-F04A-4DED-8055-6E721409474D}" dt="2022-10-24T10:13:40.738" v="26453" actId="1076"/>
        <pc:sldMkLst>
          <pc:docMk/>
          <pc:sldMk cId="2809715774" sldId="270"/>
        </pc:sldMkLst>
        <pc:spChg chg="mod">
          <ac:chgData name="Ailie Rennie" userId="a4e96a35-45f8-4ad7-9330-891f7b62a5f8" providerId="ADAL" clId="{EBD9932A-F04A-4DED-8055-6E721409474D}" dt="2022-10-03T12:06:05.965" v="336" actId="20577"/>
          <ac:spMkLst>
            <pc:docMk/>
            <pc:sldMk cId="2809715774" sldId="270"/>
            <ac:spMk id="4098" creationId="{BB2DE326-59F2-4945-9535-0AF48B41A394}"/>
          </ac:spMkLst>
        </pc:spChg>
        <pc:spChg chg="mod">
          <ac:chgData name="Ailie Rennie" userId="a4e96a35-45f8-4ad7-9330-891f7b62a5f8" providerId="ADAL" clId="{EBD9932A-F04A-4DED-8055-6E721409474D}" dt="2022-10-24T10:13:40.738" v="26453" actId="1076"/>
          <ac:spMkLst>
            <pc:docMk/>
            <pc:sldMk cId="2809715774" sldId="270"/>
            <ac:spMk id="4099" creationId="{A869C384-EAEC-447D-BE1A-AEAD569499E4}"/>
          </ac:spMkLst>
        </pc:spChg>
      </pc:sldChg>
      <pc:sldChg chg="addSp modSp add mod ord modNotesTx">
        <pc:chgData name="Ailie Rennie" userId="a4e96a35-45f8-4ad7-9330-891f7b62a5f8" providerId="ADAL" clId="{EBD9932A-F04A-4DED-8055-6E721409474D}" dt="2022-10-03T12:11:14.887" v="715" actId="12"/>
        <pc:sldMkLst>
          <pc:docMk/>
          <pc:sldMk cId="2903974814" sldId="271"/>
        </pc:sldMkLst>
        <pc:spChg chg="add mod">
          <ac:chgData name="Ailie Rennie" userId="a4e96a35-45f8-4ad7-9330-891f7b62a5f8" providerId="ADAL" clId="{EBD9932A-F04A-4DED-8055-6E721409474D}" dt="2022-10-03T12:08:38.323" v="566" actId="571"/>
          <ac:spMkLst>
            <pc:docMk/>
            <pc:sldMk cId="2903974814" sldId="271"/>
            <ac:spMk id="2" creationId="{3A54470B-FEB0-D850-D9FA-0690E96C41E9}"/>
          </ac:spMkLst>
        </pc:spChg>
        <pc:spChg chg="mod">
          <ac:chgData name="Ailie Rennie" userId="a4e96a35-45f8-4ad7-9330-891f7b62a5f8" providerId="ADAL" clId="{EBD9932A-F04A-4DED-8055-6E721409474D}" dt="2022-10-03T12:06:11.192" v="345" actId="20577"/>
          <ac:spMkLst>
            <pc:docMk/>
            <pc:sldMk cId="2903974814" sldId="271"/>
            <ac:spMk id="4098" creationId="{BB2DE326-59F2-4945-9535-0AF48B41A394}"/>
          </ac:spMkLst>
        </pc:spChg>
        <pc:spChg chg="mod">
          <ac:chgData name="Ailie Rennie" userId="a4e96a35-45f8-4ad7-9330-891f7b62a5f8" providerId="ADAL" clId="{EBD9932A-F04A-4DED-8055-6E721409474D}" dt="2022-10-03T12:11:14.887" v="715" actId="12"/>
          <ac:spMkLst>
            <pc:docMk/>
            <pc:sldMk cId="2903974814" sldId="271"/>
            <ac:spMk id="4099" creationId="{A869C384-EAEC-447D-BE1A-AEAD569499E4}"/>
          </ac:spMkLst>
        </pc:spChg>
      </pc:sldChg>
      <pc:sldChg chg="add del">
        <pc:chgData name="Ailie Rennie" userId="a4e96a35-45f8-4ad7-9330-891f7b62a5f8" providerId="ADAL" clId="{EBD9932A-F04A-4DED-8055-6E721409474D}" dt="2022-10-03T12:06:29.610" v="349" actId="47"/>
        <pc:sldMkLst>
          <pc:docMk/>
          <pc:sldMk cId="2668968942" sldId="272"/>
        </pc:sldMkLst>
      </pc:sldChg>
      <pc:sldChg chg="delSp modSp add mod ord">
        <pc:chgData name="Ailie Rennie" userId="a4e96a35-45f8-4ad7-9330-891f7b62a5f8" providerId="ADAL" clId="{EBD9932A-F04A-4DED-8055-6E721409474D}" dt="2022-10-23T17:08:58.628" v="26400"/>
        <pc:sldMkLst>
          <pc:docMk/>
          <pc:sldMk cId="3175217113" sldId="273"/>
        </pc:sldMkLst>
        <pc:spChg chg="mod">
          <ac:chgData name="Ailie Rennie" userId="a4e96a35-45f8-4ad7-9330-891f7b62a5f8" providerId="ADAL" clId="{EBD9932A-F04A-4DED-8055-6E721409474D}" dt="2022-10-11T09:45:45.725" v="7157" actId="1036"/>
          <ac:spMkLst>
            <pc:docMk/>
            <pc:sldMk cId="3175217113" sldId="273"/>
            <ac:spMk id="3074" creationId="{F7415F0D-5CE4-4FEC-AEE3-DA8FE2AE2C8F}"/>
          </ac:spMkLst>
        </pc:spChg>
        <pc:spChg chg="mod">
          <ac:chgData name="Ailie Rennie" userId="a4e96a35-45f8-4ad7-9330-891f7b62a5f8" providerId="ADAL" clId="{EBD9932A-F04A-4DED-8055-6E721409474D}" dt="2022-10-11T09:45:45.725" v="7157" actId="1036"/>
          <ac:spMkLst>
            <pc:docMk/>
            <pc:sldMk cId="3175217113" sldId="273"/>
            <ac:spMk id="3075" creationId="{FC013F40-5340-492C-ABA7-CB05D29489E8}"/>
          </ac:spMkLst>
        </pc:spChg>
        <pc:spChg chg="del">
          <ac:chgData name="Ailie Rennie" userId="a4e96a35-45f8-4ad7-9330-891f7b62a5f8" providerId="ADAL" clId="{EBD9932A-F04A-4DED-8055-6E721409474D}" dt="2022-10-03T12:06:33.082" v="350" actId="478"/>
          <ac:spMkLst>
            <pc:docMk/>
            <pc:sldMk cId="3175217113" sldId="273"/>
            <ac:spMk id="3076" creationId="{B13D353B-4EE6-45FB-850E-FA83841DBAC4}"/>
          </ac:spMkLst>
        </pc:spChg>
      </pc:sldChg>
      <pc:sldChg chg="modSp add mod ord modNotesTx">
        <pc:chgData name="Ailie Rennie" userId="a4e96a35-45f8-4ad7-9330-891f7b62a5f8" providerId="ADAL" clId="{EBD9932A-F04A-4DED-8055-6E721409474D}" dt="2022-10-11T09:42:10.496" v="7141" actId="20577"/>
        <pc:sldMkLst>
          <pc:docMk/>
          <pc:sldMk cId="2132291401" sldId="274"/>
        </pc:sldMkLst>
        <pc:spChg chg="mod">
          <ac:chgData name="Ailie Rennie" userId="a4e96a35-45f8-4ad7-9330-891f7b62a5f8" providerId="ADAL" clId="{EBD9932A-F04A-4DED-8055-6E721409474D}" dt="2022-10-03T12:09:50.614" v="588" actId="20577"/>
          <ac:spMkLst>
            <pc:docMk/>
            <pc:sldMk cId="2132291401" sldId="274"/>
            <ac:spMk id="4098" creationId="{BB2DE326-59F2-4945-9535-0AF48B41A394}"/>
          </ac:spMkLst>
        </pc:spChg>
        <pc:spChg chg="mod">
          <ac:chgData name="Ailie Rennie" userId="a4e96a35-45f8-4ad7-9330-891f7b62a5f8" providerId="ADAL" clId="{EBD9932A-F04A-4DED-8055-6E721409474D}" dt="2022-10-03T12:09:58.548" v="596" actId="20577"/>
          <ac:spMkLst>
            <pc:docMk/>
            <pc:sldMk cId="2132291401" sldId="274"/>
            <ac:spMk id="4099" creationId="{A869C384-EAEC-447D-BE1A-AEAD569499E4}"/>
          </ac:spMkLst>
        </pc:spChg>
      </pc:sldChg>
      <pc:sldChg chg="add del">
        <pc:chgData name="Ailie Rennie" userId="a4e96a35-45f8-4ad7-9330-891f7b62a5f8" providerId="ADAL" clId="{EBD9932A-F04A-4DED-8055-6E721409474D}" dt="2022-10-03T12:58:51.993" v="1405" actId="47"/>
        <pc:sldMkLst>
          <pc:docMk/>
          <pc:sldMk cId="1232517007" sldId="275"/>
        </pc:sldMkLst>
      </pc:sldChg>
      <pc:sldChg chg="addSp modSp add mod ord modNotesTx">
        <pc:chgData name="Ailie Rennie" userId="a4e96a35-45f8-4ad7-9330-891f7b62a5f8" providerId="ADAL" clId="{EBD9932A-F04A-4DED-8055-6E721409474D}" dt="2022-10-23T15:54:39.442" v="25495" actId="1038"/>
        <pc:sldMkLst>
          <pc:docMk/>
          <pc:sldMk cId="3649737179" sldId="276"/>
        </pc:sldMkLst>
        <pc:spChg chg="add mod">
          <ac:chgData name="Ailie Rennie" userId="a4e96a35-45f8-4ad7-9330-891f7b62a5f8" providerId="ADAL" clId="{EBD9932A-F04A-4DED-8055-6E721409474D}" dt="2022-10-11T09:39:35.535" v="6578" actId="1036"/>
          <ac:spMkLst>
            <pc:docMk/>
            <pc:sldMk cId="3649737179" sldId="276"/>
            <ac:spMk id="3" creationId="{7875DE5A-0598-4179-FBF8-DE90E961D7FF}"/>
          </ac:spMkLst>
        </pc:spChg>
        <pc:spChg chg="mod">
          <ac:chgData name="Ailie Rennie" userId="a4e96a35-45f8-4ad7-9330-891f7b62a5f8" providerId="ADAL" clId="{EBD9932A-F04A-4DED-8055-6E721409474D}" dt="2022-10-03T12:58:58.903" v="1424" actId="20577"/>
          <ac:spMkLst>
            <pc:docMk/>
            <pc:sldMk cId="3649737179" sldId="276"/>
            <ac:spMk id="4098" creationId="{BB2DE326-59F2-4945-9535-0AF48B41A394}"/>
          </ac:spMkLst>
        </pc:spChg>
        <pc:spChg chg="mod">
          <ac:chgData name="Ailie Rennie" userId="a4e96a35-45f8-4ad7-9330-891f7b62a5f8" providerId="ADAL" clId="{EBD9932A-F04A-4DED-8055-6E721409474D}" dt="2022-10-11T09:42:51.859" v="7149" actId="113"/>
          <ac:spMkLst>
            <pc:docMk/>
            <pc:sldMk cId="3649737179" sldId="276"/>
            <ac:spMk id="4099" creationId="{A869C384-EAEC-447D-BE1A-AEAD569499E4}"/>
          </ac:spMkLst>
        </pc:spChg>
        <pc:picChg chg="add mod">
          <ac:chgData name="Ailie Rennie" userId="a4e96a35-45f8-4ad7-9330-891f7b62a5f8" providerId="ADAL" clId="{EBD9932A-F04A-4DED-8055-6E721409474D}" dt="2022-10-23T15:54:39.442" v="25495" actId="1038"/>
          <ac:picMkLst>
            <pc:docMk/>
            <pc:sldMk cId="3649737179" sldId="276"/>
            <ac:picMk id="5" creationId="{11D26120-A8B1-B20F-307D-2DAE65A64578}"/>
          </ac:picMkLst>
        </pc:picChg>
      </pc:sldChg>
      <pc:sldChg chg="modSp new mod modNotesTx">
        <pc:chgData name="Ailie Rennie" userId="a4e96a35-45f8-4ad7-9330-891f7b62a5f8" providerId="ADAL" clId="{EBD9932A-F04A-4DED-8055-6E721409474D}" dt="2022-10-23T17:07:22.575" v="26398" actId="114"/>
        <pc:sldMkLst>
          <pc:docMk/>
          <pc:sldMk cId="2382737628" sldId="277"/>
        </pc:sldMkLst>
        <pc:spChg chg="mod">
          <ac:chgData name="Ailie Rennie" userId="a4e96a35-45f8-4ad7-9330-891f7b62a5f8" providerId="ADAL" clId="{EBD9932A-F04A-4DED-8055-6E721409474D}" dt="2022-10-11T08:19:49.431" v="2601" actId="20577"/>
          <ac:spMkLst>
            <pc:docMk/>
            <pc:sldMk cId="2382737628" sldId="277"/>
            <ac:spMk id="2" creationId="{DCA87CAF-1D4D-4CAD-9AD2-457ADF2CCDBE}"/>
          </ac:spMkLst>
        </pc:spChg>
        <pc:spChg chg="mod">
          <ac:chgData name="Ailie Rennie" userId="a4e96a35-45f8-4ad7-9330-891f7b62a5f8" providerId="ADAL" clId="{EBD9932A-F04A-4DED-8055-6E721409474D}" dt="2022-10-23T17:07:22.575" v="26398" actId="114"/>
          <ac:spMkLst>
            <pc:docMk/>
            <pc:sldMk cId="2382737628" sldId="277"/>
            <ac:spMk id="3" creationId="{B77AF8D4-FA4E-BCD8-CEF2-0ABA829B4C84}"/>
          </ac:spMkLst>
        </pc:spChg>
      </pc:sldChg>
      <pc:sldChg chg="addSp delSp modSp new mod modNotesTx">
        <pc:chgData name="Ailie Rennie" userId="a4e96a35-45f8-4ad7-9330-891f7b62a5f8" providerId="ADAL" clId="{EBD9932A-F04A-4DED-8055-6E721409474D}" dt="2022-10-23T15:59:27.164" v="25648" actId="20577"/>
        <pc:sldMkLst>
          <pc:docMk/>
          <pc:sldMk cId="1365729110" sldId="278"/>
        </pc:sldMkLst>
        <pc:spChg chg="mod">
          <ac:chgData name="Ailie Rennie" userId="a4e96a35-45f8-4ad7-9330-891f7b62a5f8" providerId="ADAL" clId="{EBD9932A-F04A-4DED-8055-6E721409474D}" dt="2022-10-11T08:22:01.681" v="2841" actId="20577"/>
          <ac:spMkLst>
            <pc:docMk/>
            <pc:sldMk cId="1365729110" sldId="278"/>
            <ac:spMk id="2" creationId="{1664E0E9-ACF0-BD7B-980F-4606E3C37353}"/>
          </ac:spMkLst>
        </pc:spChg>
        <pc:spChg chg="del mod">
          <ac:chgData name="Ailie Rennie" userId="a4e96a35-45f8-4ad7-9330-891f7b62a5f8" providerId="ADAL" clId="{EBD9932A-F04A-4DED-8055-6E721409474D}" dt="2022-10-11T08:34:40.799" v="2849" actId="478"/>
          <ac:spMkLst>
            <pc:docMk/>
            <pc:sldMk cId="1365729110" sldId="278"/>
            <ac:spMk id="3" creationId="{80570A9B-A42A-1C7E-2074-FBDB1579FED2}"/>
          </ac:spMkLst>
        </pc:spChg>
        <pc:graphicFrameChg chg="add mod modGraphic">
          <ac:chgData name="Ailie Rennie" userId="a4e96a35-45f8-4ad7-9330-891f7b62a5f8" providerId="ADAL" clId="{EBD9932A-F04A-4DED-8055-6E721409474D}" dt="2022-10-11T08:37:55.862" v="2886"/>
          <ac:graphicFrameMkLst>
            <pc:docMk/>
            <pc:sldMk cId="1365729110" sldId="278"/>
            <ac:graphicFrameMk id="4" creationId="{076D4795-4DF3-4149-4D9E-FBBCFE4E33FB}"/>
          </ac:graphicFrameMkLst>
        </pc:graphicFrameChg>
        <pc:graphicFrameChg chg="add del mod">
          <ac:chgData name="Ailie Rennie" userId="a4e96a35-45f8-4ad7-9330-891f7b62a5f8" providerId="ADAL" clId="{EBD9932A-F04A-4DED-8055-6E721409474D}" dt="2022-10-11T08:36:49.896" v="2867"/>
          <ac:graphicFrameMkLst>
            <pc:docMk/>
            <pc:sldMk cId="1365729110" sldId="278"/>
            <ac:graphicFrameMk id="5" creationId="{73969CF9-BFCD-CED3-B03A-D290D37F3346}"/>
          </ac:graphicFrameMkLst>
        </pc:graphicFrameChg>
        <pc:graphicFrameChg chg="add del mod">
          <ac:chgData name="Ailie Rennie" userId="a4e96a35-45f8-4ad7-9330-891f7b62a5f8" providerId="ADAL" clId="{EBD9932A-F04A-4DED-8055-6E721409474D}" dt="2022-10-11T08:37:05.359" v="2871"/>
          <ac:graphicFrameMkLst>
            <pc:docMk/>
            <pc:sldMk cId="1365729110" sldId="278"/>
            <ac:graphicFrameMk id="6" creationId="{AD7B16ED-A8E6-9A6C-FD20-D3292892B6F4}"/>
          </ac:graphicFrameMkLst>
        </pc:graphicFrameChg>
      </pc:sldChg>
      <pc:sldChg chg="addSp delSp modSp new mod ord modAnim modNotesTx">
        <pc:chgData name="Ailie Rennie" userId="a4e96a35-45f8-4ad7-9330-891f7b62a5f8" providerId="ADAL" clId="{EBD9932A-F04A-4DED-8055-6E721409474D}" dt="2022-10-24T10:09:56.193" v="26401"/>
        <pc:sldMkLst>
          <pc:docMk/>
          <pc:sldMk cId="4098800753" sldId="279"/>
        </pc:sldMkLst>
        <pc:spChg chg="mod">
          <ac:chgData name="Ailie Rennie" userId="a4e96a35-45f8-4ad7-9330-891f7b62a5f8" providerId="ADAL" clId="{EBD9932A-F04A-4DED-8055-6E721409474D}" dt="2022-10-11T08:38:42.171" v="2904" actId="20577"/>
          <ac:spMkLst>
            <pc:docMk/>
            <pc:sldMk cId="4098800753" sldId="279"/>
            <ac:spMk id="2" creationId="{8008874E-F1A9-F135-239F-5EF2F41E5492}"/>
          </ac:spMkLst>
        </pc:spChg>
        <pc:spChg chg="del">
          <ac:chgData name="Ailie Rennie" userId="a4e96a35-45f8-4ad7-9330-891f7b62a5f8" providerId="ADAL" clId="{EBD9932A-F04A-4DED-8055-6E721409474D}" dt="2022-10-11T08:38:44.904" v="2905" actId="478"/>
          <ac:spMkLst>
            <pc:docMk/>
            <pc:sldMk cId="4098800753" sldId="279"/>
            <ac:spMk id="3" creationId="{192F87B5-E166-722C-A053-BE77B5A2192A}"/>
          </ac:spMkLst>
        </pc:spChg>
        <pc:spChg chg="add mod">
          <ac:chgData name="Ailie Rennie" userId="a4e96a35-45f8-4ad7-9330-891f7b62a5f8" providerId="ADAL" clId="{EBD9932A-F04A-4DED-8055-6E721409474D}" dt="2022-10-11T08:40:05.476" v="2924" actId="1076"/>
          <ac:spMkLst>
            <pc:docMk/>
            <pc:sldMk cId="4098800753" sldId="279"/>
            <ac:spMk id="7" creationId="{63B2AD3B-E5CC-3DFB-C6BF-597DE42C37F7}"/>
          </ac:spMkLst>
        </pc:spChg>
        <pc:spChg chg="add mod">
          <ac:chgData name="Ailie Rennie" userId="a4e96a35-45f8-4ad7-9330-891f7b62a5f8" providerId="ADAL" clId="{EBD9932A-F04A-4DED-8055-6E721409474D}" dt="2022-10-11T08:44:01.470" v="3703" actId="208"/>
          <ac:spMkLst>
            <pc:docMk/>
            <pc:sldMk cId="4098800753" sldId="279"/>
            <ac:spMk id="8" creationId="{0E6ACD44-965E-4F0C-916C-81E84D7626BA}"/>
          </ac:spMkLst>
        </pc:spChg>
        <pc:picChg chg="add mod">
          <ac:chgData name="Ailie Rennie" userId="a4e96a35-45f8-4ad7-9330-891f7b62a5f8" providerId="ADAL" clId="{EBD9932A-F04A-4DED-8055-6E721409474D}" dt="2022-10-11T08:38:55.107" v="2908" actId="1076"/>
          <ac:picMkLst>
            <pc:docMk/>
            <pc:sldMk cId="4098800753" sldId="279"/>
            <ac:picMk id="5" creationId="{D341CCB6-B55A-94C2-4D11-AC2A5718D1EF}"/>
          </ac:picMkLst>
        </pc:picChg>
      </pc:sldChg>
      <pc:sldChg chg="addSp delSp modSp new mod modNotesTx">
        <pc:chgData name="Ailie Rennie" userId="a4e96a35-45f8-4ad7-9330-891f7b62a5f8" providerId="ADAL" clId="{EBD9932A-F04A-4DED-8055-6E721409474D}" dt="2022-10-23T15:55:06.586" v="25498" actId="208"/>
        <pc:sldMkLst>
          <pc:docMk/>
          <pc:sldMk cId="3353103802" sldId="280"/>
        </pc:sldMkLst>
        <pc:spChg chg="mod">
          <ac:chgData name="Ailie Rennie" userId="a4e96a35-45f8-4ad7-9330-891f7b62a5f8" providerId="ADAL" clId="{EBD9932A-F04A-4DED-8055-6E721409474D}" dt="2022-10-11T10:27:40.841" v="9697" actId="20577"/>
          <ac:spMkLst>
            <pc:docMk/>
            <pc:sldMk cId="3353103802" sldId="280"/>
            <ac:spMk id="2" creationId="{E8773CF6-74FD-F1A7-D3CF-31930F12AFAF}"/>
          </ac:spMkLst>
        </pc:spChg>
        <pc:spChg chg="del mod">
          <ac:chgData name="Ailie Rennie" userId="a4e96a35-45f8-4ad7-9330-891f7b62a5f8" providerId="ADAL" clId="{EBD9932A-F04A-4DED-8055-6E721409474D}" dt="2022-10-11T10:28:08.972" v="9733" actId="478"/>
          <ac:spMkLst>
            <pc:docMk/>
            <pc:sldMk cId="3353103802" sldId="280"/>
            <ac:spMk id="3" creationId="{536ECC0A-EA71-859F-08DC-D7238C9B3A1B}"/>
          </ac:spMkLst>
        </pc:spChg>
        <pc:spChg chg="add mod">
          <ac:chgData name="Ailie Rennie" userId="a4e96a35-45f8-4ad7-9330-891f7b62a5f8" providerId="ADAL" clId="{EBD9932A-F04A-4DED-8055-6E721409474D}" dt="2022-10-23T15:55:06.586" v="25498" actId="208"/>
          <ac:spMkLst>
            <pc:docMk/>
            <pc:sldMk cId="3353103802" sldId="280"/>
            <ac:spMk id="3" creationId="{7476F36C-222E-E2C1-ACE7-893115EE6BE4}"/>
          </ac:spMkLst>
        </pc:spChg>
        <pc:spChg chg="add del">
          <ac:chgData name="Ailie Rennie" userId="a4e96a35-45f8-4ad7-9330-891f7b62a5f8" providerId="ADAL" clId="{EBD9932A-F04A-4DED-8055-6E721409474D}" dt="2022-10-11T10:28:36.682" v="9738" actId="22"/>
          <ac:spMkLst>
            <pc:docMk/>
            <pc:sldMk cId="3353103802" sldId="280"/>
            <ac:spMk id="7" creationId="{802D1141-BE63-8B7D-C1B1-DF85C405A778}"/>
          </ac:spMkLst>
        </pc:spChg>
        <pc:spChg chg="add mod">
          <ac:chgData name="Ailie Rennie" userId="a4e96a35-45f8-4ad7-9330-891f7b62a5f8" providerId="ADAL" clId="{EBD9932A-F04A-4DED-8055-6E721409474D}" dt="2022-10-11T10:29:23.495" v="9781" actId="114"/>
          <ac:spMkLst>
            <pc:docMk/>
            <pc:sldMk cId="3353103802" sldId="280"/>
            <ac:spMk id="9" creationId="{548EBEBE-95DA-CE28-62A4-F0EB159D262A}"/>
          </ac:spMkLst>
        </pc:spChg>
        <pc:picChg chg="add mod">
          <ac:chgData name="Ailie Rennie" userId="a4e96a35-45f8-4ad7-9330-891f7b62a5f8" providerId="ADAL" clId="{EBD9932A-F04A-4DED-8055-6E721409474D}" dt="2022-10-11T10:28:16.294" v="9736" actId="1076"/>
          <ac:picMkLst>
            <pc:docMk/>
            <pc:sldMk cId="3353103802" sldId="280"/>
            <ac:picMk id="5" creationId="{4B084E68-D1FE-1D99-7961-5D57948CD162}"/>
          </ac:picMkLst>
        </pc:picChg>
      </pc:sldChg>
      <pc:sldChg chg="modSp new mod ord modNotesTx">
        <pc:chgData name="Ailie Rennie" userId="a4e96a35-45f8-4ad7-9330-891f7b62a5f8" providerId="ADAL" clId="{EBD9932A-F04A-4DED-8055-6E721409474D}" dt="2022-10-11T11:51:41.304" v="15567" actId="113"/>
        <pc:sldMkLst>
          <pc:docMk/>
          <pc:sldMk cId="3989858950" sldId="281"/>
        </pc:sldMkLst>
        <pc:spChg chg="mod">
          <ac:chgData name="Ailie Rennie" userId="a4e96a35-45f8-4ad7-9330-891f7b62a5f8" providerId="ADAL" clId="{EBD9932A-F04A-4DED-8055-6E721409474D}" dt="2022-10-11T09:47:24.624" v="7214" actId="20577"/>
          <ac:spMkLst>
            <pc:docMk/>
            <pc:sldMk cId="3989858950" sldId="281"/>
            <ac:spMk id="2" creationId="{7CBF7A9C-62B4-69FA-5E96-226D438685A9}"/>
          </ac:spMkLst>
        </pc:spChg>
        <pc:spChg chg="mod">
          <ac:chgData name="Ailie Rennie" userId="a4e96a35-45f8-4ad7-9330-891f7b62a5f8" providerId="ADAL" clId="{EBD9932A-F04A-4DED-8055-6E721409474D}" dt="2022-10-11T11:51:41.304" v="15567" actId="113"/>
          <ac:spMkLst>
            <pc:docMk/>
            <pc:sldMk cId="3989858950" sldId="281"/>
            <ac:spMk id="3" creationId="{217B99C2-8A9C-722B-A34B-CB917D9C5CF9}"/>
          </ac:spMkLst>
        </pc:spChg>
      </pc:sldChg>
      <pc:sldChg chg="addSp delSp modSp new mod modNotesTx">
        <pc:chgData name="Ailie Rennie" userId="a4e96a35-45f8-4ad7-9330-891f7b62a5f8" providerId="ADAL" clId="{EBD9932A-F04A-4DED-8055-6E721409474D}" dt="2022-10-24T10:11:06.830" v="26405"/>
        <pc:sldMkLst>
          <pc:docMk/>
          <pc:sldMk cId="2954432345" sldId="282"/>
        </pc:sldMkLst>
        <pc:spChg chg="mod">
          <ac:chgData name="Ailie Rennie" userId="a4e96a35-45f8-4ad7-9330-891f7b62a5f8" providerId="ADAL" clId="{EBD9932A-F04A-4DED-8055-6E721409474D}" dt="2022-10-11T10:21:28.777" v="9082" actId="20577"/>
          <ac:spMkLst>
            <pc:docMk/>
            <pc:sldMk cId="2954432345" sldId="282"/>
            <ac:spMk id="2" creationId="{F92483BF-71E0-55DE-0249-5AF7D3B61EAD}"/>
          </ac:spMkLst>
        </pc:spChg>
        <pc:spChg chg="mod">
          <ac:chgData name="Ailie Rennie" userId="a4e96a35-45f8-4ad7-9330-891f7b62a5f8" providerId="ADAL" clId="{EBD9932A-F04A-4DED-8055-6E721409474D}" dt="2022-10-24T10:11:06.830" v="26405"/>
          <ac:spMkLst>
            <pc:docMk/>
            <pc:sldMk cId="2954432345" sldId="282"/>
            <ac:spMk id="3" creationId="{0CFF8B73-0D98-B078-359E-5ABE83A1A636}"/>
          </ac:spMkLst>
        </pc:spChg>
        <pc:picChg chg="add del">
          <ac:chgData name="Ailie Rennie" userId="a4e96a35-45f8-4ad7-9330-891f7b62a5f8" providerId="ADAL" clId="{EBD9932A-F04A-4DED-8055-6E721409474D}" dt="2022-10-11T10:24:38.763" v="9407" actId="478"/>
          <ac:picMkLst>
            <pc:docMk/>
            <pc:sldMk cId="2954432345" sldId="282"/>
            <ac:picMk id="5" creationId="{02DB691C-B059-3BDE-21E6-A11083BFB1AE}"/>
          </ac:picMkLst>
        </pc:picChg>
        <pc:picChg chg="add mod">
          <ac:chgData name="Ailie Rennie" userId="a4e96a35-45f8-4ad7-9330-891f7b62a5f8" providerId="ADAL" clId="{EBD9932A-F04A-4DED-8055-6E721409474D}" dt="2022-10-11T11:50:16.586" v="15372" actId="1076"/>
          <ac:picMkLst>
            <pc:docMk/>
            <pc:sldMk cId="2954432345" sldId="282"/>
            <ac:picMk id="5122" creationId="{C1048A7D-C264-DBAC-EA0A-898A704E1439}"/>
          </ac:picMkLst>
        </pc:picChg>
      </pc:sldChg>
      <pc:sldChg chg="addSp delSp modSp new mod setBg">
        <pc:chgData name="Ailie Rennie" userId="a4e96a35-45f8-4ad7-9330-891f7b62a5f8" providerId="ADAL" clId="{EBD9932A-F04A-4DED-8055-6E721409474D}" dt="2022-10-11T10:24:55.360" v="9424"/>
        <pc:sldMkLst>
          <pc:docMk/>
          <pc:sldMk cId="71847853" sldId="283"/>
        </pc:sldMkLst>
        <pc:spChg chg="mod">
          <ac:chgData name="Ailie Rennie" userId="a4e96a35-45f8-4ad7-9330-891f7b62a5f8" providerId="ADAL" clId="{EBD9932A-F04A-4DED-8055-6E721409474D}" dt="2022-10-11T10:24:55.360" v="9424"/>
          <ac:spMkLst>
            <pc:docMk/>
            <pc:sldMk cId="71847853" sldId="283"/>
            <ac:spMk id="2" creationId="{8F58CF02-239C-4F11-F3AB-B6B96FA30178}"/>
          </ac:spMkLst>
        </pc:spChg>
        <pc:spChg chg="del">
          <ac:chgData name="Ailie Rennie" userId="a4e96a35-45f8-4ad7-9330-891f7b62a5f8" providerId="ADAL" clId="{EBD9932A-F04A-4DED-8055-6E721409474D}" dt="2022-10-11T10:24:50.209" v="9418"/>
          <ac:spMkLst>
            <pc:docMk/>
            <pc:sldMk cId="71847853" sldId="283"/>
            <ac:spMk id="3" creationId="{1D480733-73DF-BC70-4C18-802C525DA476}"/>
          </ac:spMkLst>
        </pc:spChg>
        <pc:spChg chg="add del">
          <ac:chgData name="Ailie Rennie" userId="a4e96a35-45f8-4ad7-9330-891f7b62a5f8" providerId="ADAL" clId="{EBD9932A-F04A-4DED-8055-6E721409474D}" dt="2022-10-11T10:24:55.360" v="9424"/>
          <ac:spMkLst>
            <pc:docMk/>
            <pc:sldMk cId="71847853" sldId="283"/>
            <ac:spMk id="9" creationId="{D12DDE76-C203-4047-9998-63900085B5E8}"/>
          </ac:spMkLst>
        </pc:spChg>
        <pc:picChg chg="add mod">
          <ac:chgData name="Ailie Rennie" userId="a4e96a35-45f8-4ad7-9330-891f7b62a5f8" providerId="ADAL" clId="{EBD9932A-F04A-4DED-8055-6E721409474D}" dt="2022-10-11T10:24:55.360" v="9424"/>
          <ac:picMkLst>
            <pc:docMk/>
            <pc:sldMk cId="71847853" sldId="283"/>
            <ac:picMk id="4" creationId="{4AACB54D-94F6-619E-224F-D4303C83FA1A}"/>
          </ac:picMkLst>
        </pc:picChg>
      </pc:sldChg>
      <pc:sldChg chg="addSp delSp modSp new mod modNotesTx">
        <pc:chgData name="Ailie Rennie" userId="a4e96a35-45f8-4ad7-9330-891f7b62a5f8" providerId="ADAL" clId="{EBD9932A-F04A-4DED-8055-6E721409474D}" dt="2022-10-23T16:08:08.898" v="25912" actId="20577"/>
        <pc:sldMkLst>
          <pc:docMk/>
          <pc:sldMk cId="4238333751" sldId="284"/>
        </pc:sldMkLst>
        <pc:spChg chg="mod">
          <ac:chgData name="Ailie Rennie" userId="a4e96a35-45f8-4ad7-9330-891f7b62a5f8" providerId="ADAL" clId="{EBD9932A-F04A-4DED-8055-6E721409474D}" dt="2022-10-11T10:33:49.779" v="10266" actId="20577"/>
          <ac:spMkLst>
            <pc:docMk/>
            <pc:sldMk cId="4238333751" sldId="284"/>
            <ac:spMk id="2" creationId="{D07AC2F5-1E08-707D-B33F-F996A3492A3E}"/>
          </ac:spMkLst>
        </pc:spChg>
        <pc:spChg chg="del">
          <ac:chgData name="Ailie Rennie" userId="a4e96a35-45f8-4ad7-9330-891f7b62a5f8" providerId="ADAL" clId="{EBD9932A-F04A-4DED-8055-6E721409474D}" dt="2022-10-11T10:34:15.152" v="10378" actId="478"/>
          <ac:spMkLst>
            <pc:docMk/>
            <pc:sldMk cId="4238333751" sldId="284"/>
            <ac:spMk id="3" creationId="{0C4320BA-569B-CA70-3837-6B5399AE8086}"/>
          </ac:spMkLst>
        </pc:spChg>
        <pc:spChg chg="add mod">
          <ac:chgData name="Ailie Rennie" userId="a4e96a35-45f8-4ad7-9330-891f7b62a5f8" providerId="ADAL" clId="{EBD9932A-F04A-4DED-8055-6E721409474D}" dt="2022-10-14T15:41:15.734" v="24850" actId="20577"/>
          <ac:spMkLst>
            <pc:docMk/>
            <pc:sldMk cId="4238333751" sldId="284"/>
            <ac:spMk id="4" creationId="{1DAFE2F5-C4FA-F054-5A31-B5FC940B8CBC}"/>
          </ac:spMkLst>
        </pc:spChg>
      </pc:sldChg>
      <pc:sldChg chg="addSp delSp modSp new mod ord modNotesTx">
        <pc:chgData name="Ailie Rennie" userId="a4e96a35-45f8-4ad7-9330-891f7b62a5f8" providerId="ADAL" clId="{EBD9932A-F04A-4DED-8055-6E721409474D}" dt="2022-10-23T16:28:31.592" v="25914"/>
        <pc:sldMkLst>
          <pc:docMk/>
          <pc:sldMk cId="4132111469" sldId="285"/>
        </pc:sldMkLst>
        <pc:spChg chg="mod">
          <ac:chgData name="Ailie Rennie" userId="a4e96a35-45f8-4ad7-9330-891f7b62a5f8" providerId="ADAL" clId="{EBD9932A-F04A-4DED-8055-6E721409474D}" dt="2022-10-11T11:55:22.037" v="15575" actId="20577"/>
          <ac:spMkLst>
            <pc:docMk/>
            <pc:sldMk cId="4132111469" sldId="285"/>
            <ac:spMk id="2" creationId="{A89B3749-52F5-5F1A-7715-1CB545DFF6F4}"/>
          </ac:spMkLst>
        </pc:spChg>
        <pc:spChg chg="del">
          <ac:chgData name="Ailie Rennie" userId="a4e96a35-45f8-4ad7-9330-891f7b62a5f8" providerId="ADAL" clId="{EBD9932A-F04A-4DED-8055-6E721409474D}" dt="2022-10-11T11:55:26.431" v="15576" actId="478"/>
          <ac:spMkLst>
            <pc:docMk/>
            <pc:sldMk cId="4132111469" sldId="285"/>
            <ac:spMk id="3" creationId="{29AAD06A-9F9A-1C1D-78E6-30F70EF6BC2A}"/>
          </ac:spMkLst>
        </pc:spChg>
        <pc:spChg chg="add mod">
          <ac:chgData name="Ailie Rennie" userId="a4e96a35-45f8-4ad7-9330-891f7b62a5f8" providerId="ADAL" clId="{EBD9932A-F04A-4DED-8055-6E721409474D}" dt="2022-10-11T11:57:07.753" v="15964" actId="20577"/>
          <ac:spMkLst>
            <pc:docMk/>
            <pc:sldMk cId="4132111469" sldId="285"/>
            <ac:spMk id="8" creationId="{E55E9702-DDF2-B6ED-1B37-9067E833F02D}"/>
          </ac:spMkLst>
        </pc:spChg>
        <pc:picChg chg="add del mod">
          <ac:chgData name="Ailie Rennie" userId="a4e96a35-45f8-4ad7-9330-891f7b62a5f8" providerId="ADAL" clId="{EBD9932A-F04A-4DED-8055-6E721409474D}" dt="2022-10-11T11:55:35.282" v="15580" actId="478"/>
          <ac:picMkLst>
            <pc:docMk/>
            <pc:sldMk cId="4132111469" sldId="285"/>
            <ac:picMk id="5" creationId="{76E8BF72-BA5A-B0F2-D750-1E37582633C7}"/>
          </ac:picMkLst>
        </pc:picChg>
        <pc:picChg chg="add mod">
          <ac:chgData name="Ailie Rennie" userId="a4e96a35-45f8-4ad7-9330-891f7b62a5f8" providerId="ADAL" clId="{EBD9932A-F04A-4DED-8055-6E721409474D}" dt="2022-10-11T11:57:14.931" v="15968" actId="1076"/>
          <ac:picMkLst>
            <pc:docMk/>
            <pc:sldMk cId="4132111469" sldId="285"/>
            <ac:picMk id="7" creationId="{CF431A74-65CD-1A37-EEA2-96CEC39885BA}"/>
          </ac:picMkLst>
        </pc:picChg>
      </pc:sldChg>
      <pc:sldChg chg="addSp delSp modSp new modNotesTx">
        <pc:chgData name="Ailie Rennie" userId="a4e96a35-45f8-4ad7-9330-891f7b62a5f8" providerId="ADAL" clId="{EBD9932A-F04A-4DED-8055-6E721409474D}" dt="2022-10-11T12:54:02.801" v="21527" actId="1076"/>
        <pc:sldMkLst>
          <pc:docMk/>
          <pc:sldMk cId="2245526948" sldId="286"/>
        </pc:sldMkLst>
        <pc:spChg chg="del">
          <ac:chgData name="Ailie Rennie" userId="a4e96a35-45f8-4ad7-9330-891f7b62a5f8" providerId="ADAL" clId="{EBD9932A-F04A-4DED-8055-6E721409474D}" dt="2022-10-11T12:53:16.563" v="21362" actId="478"/>
          <ac:spMkLst>
            <pc:docMk/>
            <pc:sldMk cId="2245526948" sldId="286"/>
            <ac:spMk id="2" creationId="{2ACC2982-DF7D-91E2-0441-E2C8F4043A8B}"/>
          </ac:spMkLst>
        </pc:spChg>
        <pc:spChg chg="del">
          <ac:chgData name="Ailie Rennie" userId="a4e96a35-45f8-4ad7-9330-891f7b62a5f8" providerId="ADAL" clId="{EBD9932A-F04A-4DED-8055-6E721409474D}" dt="2022-10-11T12:53:15.409" v="21361" actId="478"/>
          <ac:spMkLst>
            <pc:docMk/>
            <pc:sldMk cId="2245526948" sldId="286"/>
            <ac:spMk id="3" creationId="{F50E83CB-DFB2-C433-DBED-8F6AA210BE63}"/>
          </ac:spMkLst>
        </pc:spChg>
        <pc:picChg chg="add mod">
          <ac:chgData name="Ailie Rennie" userId="a4e96a35-45f8-4ad7-9330-891f7b62a5f8" providerId="ADAL" clId="{EBD9932A-F04A-4DED-8055-6E721409474D}" dt="2022-10-11T12:54:02.801" v="21527" actId="1076"/>
          <ac:picMkLst>
            <pc:docMk/>
            <pc:sldMk cId="2245526948" sldId="286"/>
            <ac:picMk id="1026" creationId="{D80695FA-174A-6E4D-5B25-9AB9CC4290A0}"/>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40E0FD-4A1B-49C6-A8AC-35E81A541D58}" type="doc">
      <dgm:prSet loTypeId="urn:microsoft.com/office/officeart/2005/8/layout/pyramid3" loCatId="pyramid" qsTypeId="urn:microsoft.com/office/officeart/2005/8/quickstyle/simple1" qsCatId="simple" csTypeId="urn:microsoft.com/office/officeart/2005/8/colors/accent1_2" csCatId="accent1" phldr="1"/>
      <dgm:spPr/>
    </dgm:pt>
    <dgm:pt modelId="{67830E66-4D15-418F-A9A6-92298C8A434F}">
      <dgm:prSet phldrT="[Text]" custT="1"/>
      <dgm:spPr>
        <a:solidFill>
          <a:schemeClr val="accent1">
            <a:lumMod val="20000"/>
            <a:lumOff val="80000"/>
          </a:schemeClr>
        </a:solidFill>
        <a:ln>
          <a:solidFill>
            <a:schemeClr val="tx1"/>
          </a:solidFill>
        </a:ln>
      </dgm:spPr>
      <dgm:t>
        <a:bodyPr/>
        <a:lstStyle/>
        <a:p>
          <a:r>
            <a:rPr lang="en-GB" sz="1600" b="1" dirty="0"/>
            <a:t>Broader context</a:t>
          </a:r>
        </a:p>
        <a:p>
          <a:r>
            <a:rPr lang="en-GB" sz="1600" dirty="0"/>
            <a:t>Key issues and importance </a:t>
          </a:r>
        </a:p>
      </dgm:t>
    </dgm:pt>
    <dgm:pt modelId="{BD7A2929-EB58-4743-B6E4-46782FADC635}" type="parTrans" cxnId="{25FC78CC-8049-4F13-9F83-9BAAFE86A0B4}">
      <dgm:prSet/>
      <dgm:spPr/>
      <dgm:t>
        <a:bodyPr/>
        <a:lstStyle/>
        <a:p>
          <a:endParaRPr lang="en-GB" sz="1100"/>
        </a:p>
      </dgm:t>
    </dgm:pt>
    <dgm:pt modelId="{C82CCEA4-67E6-4B43-AB84-EA27C39AC974}" type="sibTrans" cxnId="{25FC78CC-8049-4F13-9F83-9BAAFE86A0B4}">
      <dgm:prSet/>
      <dgm:spPr/>
      <dgm:t>
        <a:bodyPr/>
        <a:lstStyle/>
        <a:p>
          <a:endParaRPr lang="en-GB" sz="1100"/>
        </a:p>
      </dgm:t>
    </dgm:pt>
    <dgm:pt modelId="{EB3C890C-BCF4-44D8-8525-27E480F33328}">
      <dgm:prSet phldrT="[Text]" custT="1"/>
      <dgm:spPr>
        <a:solidFill>
          <a:schemeClr val="accent1">
            <a:lumMod val="20000"/>
            <a:lumOff val="80000"/>
          </a:schemeClr>
        </a:solidFill>
        <a:ln>
          <a:solidFill>
            <a:schemeClr val="tx1"/>
          </a:solidFill>
        </a:ln>
      </dgm:spPr>
      <dgm:t>
        <a:bodyPr/>
        <a:lstStyle/>
        <a:p>
          <a:r>
            <a:rPr lang="en-GB" sz="1600" b="1" dirty="0"/>
            <a:t>Thesis statement</a:t>
          </a:r>
        </a:p>
        <a:p>
          <a:r>
            <a:rPr lang="en-GB" sz="1600" dirty="0"/>
            <a:t>Argument, position, response</a:t>
          </a:r>
        </a:p>
      </dgm:t>
    </dgm:pt>
    <dgm:pt modelId="{3193C2A3-DCAC-4DE2-8FB3-138604D14243}" type="parTrans" cxnId="{9F51ED98-4941-4BC5-9DF5-E0A46D9A5C49}">
      <dgm:prSet/>
      <dgm:spPr/>
      <dgm:t>
        <a:bodyPr/>
        <a:lstStyle/>
        <a:p>
          <a:endParaRPr lang="en-GB" sz="1100"/>
        </a:p>
      </dgm:t>
    </dgm:pt>
    <dgm:pt modelId="{7E6EB95F-232E-44B4-BC13-C412A52A04E3}" type="sibTrans" cxnId="{9F51ED98-4941-4BC5-9DF5-E0A46D9A5C49}">
      <dgm:prSet/>
      <dgm:spPr/>
      <dgm:t>
        <a:bodyPr/>
        <a:lstStyle/>
        <a:p>
          <a:endParaRPr lang="en-GB" sz="1100"/>
        </a:p>
      </dgm:t>
    </dgm:pt>
    <dgm:pt modelId="{22A5C49F-1F8E-4FF1-88C6-09F4A4AB019D}">
      <dgm:prSet phldrT="[Text]" custT="1"/>
      <dgm:spPr>
        <a:solidFill>
          <a:schemeClr val="accent1">
            <a:lumMod val="20000"/>
            <a:lumOff val="80000"/>
          </a:schemeClr>
        </a:solidFill>
        <a:ln>
          <a:solidFill>
            <a:schemeClr val="tx1"/>
          </a:solidFill>
        </a:ln>
      </dgm:spPr>
      <dgm:t>
        <a:bodyPr/>
        <a:lstStyle/>
        <a:p>
          <a:endParaRPr lang="en-GB" sz="1600" dirty="0"/>
        </a:p>
      </dgm:t>
    </dgm:pt>
    <dgm:pt modelId="{28E047AF-D545-4425-A985-C7021252AD94}" type="parTrans" cxnId="{21C1E58D-7494-4265-91BD-98E435956393}">
      <dgm:prSet/>
      <dgm:spPr/>
      <dgm:t>
        <a:bodyPr/>
        <a:lstStyle/>
        <a:p>
          <a:endParaRPr lang="en-GB" sz="1100"/>
        </a:p>
      </dgm:t>
    </dgm:pt>
    <dgm:pt modelId="{F5C6B610-D9A0-4876-8EFC-9C8A884532C8}" type="sibTrans" cxnId="{21C1E58D-7494-4265-91BD-98E435956393}">
      <dgm:prSet/>
      <dgm:spPr/>
      <dgm:t>
        <a:bodyPr/>
        <a:lstStyle/>
        <a:p>
          <a:endParaRPr lang="en-GB" sz="1100"/>
        </a:p>
      </dgm:t>
    </dgm:pt>
    <dgm:pt modelId="{4D6BD983-E89D-40E9-B5F9-76B35F20B455}" type="pres">
      <dgm:prSet presAssocID="{1640E0FD-4A1B-49C6-A8AC-35E81A541D58}" presName="Name0" presStyleCnt="0">
        <dgm:presLayoutVars>
          <dgm:dir/>
          <dgm:animLvl val="lvl"/>
          <dgm:resizeHandles val="exact"/>
        </dgm:presLayoutVars>
      </dgm:prSet>
      <dgm:spPr/>
    </dgm:pt>
    <dgm:pt modelId="{88900D4E-DBC3-4654-BB6F-C1B5411A0DB2}" type="pres">
      <dgm:prSet presAssocID="{67830E66-4D15-418F-A9A6-92298C8A434F}" presName="Name8" presStyleCnt="0"/>
      <dgm:spPr/>
    </dgm:pt>
    <dgm:pt modelId="{6D8C6FC9-029D-4FF6-9A04-CF2C7E66333B}" type="pres">
      <dgm:prSet presAssocID="{67830E66-4D15-418F-A9A6-92298C8A434F}" presName="level" presStyleLbl="node1" presStyleIdx="0" presStyleCnt="3" custScaleY="124451">
        <dgm:presLayoutVars>
          <dgm:chMax val="1"/>
          <dgm:bulletEnabled val="1"/>
        </dgm:presLayoutVars>
      </dgm:prSet>
      <dgm:spPr/>
    </dgm:pt>
    <dgm:pt modelId="{31ADD38E-1E31-4197-A9B2-E4835FB69466}" type="pres">
      <dgm:prSet presAssocID="{67830E66-4D15-418F-A9A6-92298C8A434F}" presName="levelTx" presStyleLbl="revTx" presStyleIdx="0" presStyleCnt="0">
        <dgm:presLayoutVars>
          <dgm:chMax val="1"/>
          <dgm:bulletEnabled val="1"/>
        </dgm:presLayoutVars>
      </dgm:prSet>
      <dgm:spPr/>
    </dgm:pt>
    <dgm:pt modelId="{E37FB78E-AAFA-4A7F-8389-C4C8310478A8}" type="pres">
      <dgm:prSet presAssocID="{EB3C890C-BCF4-44D8-8525-27E480F33328}" presName="Name8" presStyleCnt="0"/>
      <dgm:spPr/>
    </dgm:pt>
    <dgm:pt modelId="{C9F81AEF-5CC8-462A-ACB5-BFEA40A8B2E4}" type="pres">
      <dgm:prSet presAssocID="{EB3C890C-BCF4-44D8-8525-27E480F33328}" presName="level" presStyleLbl="node1" presStyleIdx="1" presStyleCnt="3" custScaleY="124520">
        <dgm:presLayoutVars>
          <dgm:chMax val="1"/>
          <dgm:bulletEnabled val="1"/>
        </dgm:presLayoutVars>
      </dgm:prSet>
      <dgm:spPr/>
    </dgm:pt>
    <dgm:pt modelId="{BB19ECAD-38A4-4A1B-889A-6C5F4020D91B}" type="pres">
      <dgm:prSet presAssocID="{EB3C890C-BCF4-44D8-8525-27E480F33328}" presName="levelTx" presStyleLbl="revTx" presStyleIdx="0" presStyleCnt="0">
        <dgm:presLayoutVars>
          <dgm:chMax val="1"/>
          <dgm:bulletEnabled val="1"/>
        </dgm:presLayoutVars>
      </dgm:prSet>
      <dgm:spPr/>
    </dgm:pt>
    <dgm:pt modelId="{690AD3A8-D8C3-4EC7-B568-D7448BA900EE}" type="pres">
      <dgm:prSet presAssocID="{22A5C49F-1F8E-4FF1-88C6-09F4A4AB019D}" presName="Name8" presStyleCnt="0"/>
      <dgm:spPr/>
    </dgm:pt>
    <dgm:pt modelId="{B5149FA7-3DF4-47F6-9910-A6702114FC03}" type="pres">
      <dgm:prSet presAssocID="{22A5C49F-1F8E-4FF1-88C6-09F4A4AB019D}" presName="level" presStyleLbl="node1" presStyleIdx="2" presStyleCnt="3" custScaleY="172781">
        <dgm:presLayoutVars>
          <dgm:chMax val="1"/>
          <dgm:bulletEnabled val="1"/>
        </dgm:presLayoutVars>
      </dgm:prSet>
      <dgm:spPr/>
    </dgm:pt>
    <dgm:pt modelId="{EAF9B226-14BF-4312-A912-CCD5057E55F1}" type="pres">
      <dgm:prSet presAssocID="{22A5C49F-1F8E-4FF1-88C6-09F4A4AB019D}" presName="levelTx" presStyleLbl="revTx" presStyleIdx="0" presStyleCnt="0">
        <dgm:presLayoutVars>
          <dgm:chMax val="1"/>
          <dgm:bulletEnabled val="1"/>
        </dgm:presLayoutVars>
      </dgm:prSet>
      <dgm:spPr/>
    </dgm:pt>
  </dgm:ptLst>
  <dgm:cxnLst>
    <dgm:cxn modelId="{61ADA400-2D6E-4293-8BF1-237B6B169E25}" type="presOf" srcId="{67830E66-4D15-418F-A9A6-92298C8A434F}" destId="{6D8C6FC9-029D-4FF6-9A04-CF2C7E66333B}" srcOrd="0" destOrd="0" presId="urn:microsoft.com/office/officeart/2005/8/layout/pyramid3"/>
    <dgm:cxn modelId="{83759210-88B0-4065-BB7B-79918A5375A5}" type="presOf" srcId="{67830E66-4D15-418F-A9A6-92298C8A434F}" destId="{31ADD38E-1E31-4197-A9B2-E4835FB69466}" srcOrd="1" destOrd="0" presId="urn:microsoft.com/office/officeart/2005/8/layout/pyramid3"/>
    <dgm:cxn modelId="{EDBC9A38-61BF-46F5-BA3F-AC6723A889BA}" type="presOf" srcId="{1640E0FD-4A1B-49C6-A8AC-35E81A541D58}" destId="{4D6BD983-E89D-40E9-B5F9-76B35F20B455}" srcOrd="0" destOrd="0" presId="urn:microsoft.com/office/officeart/2005/8/layout/pyramid3"/>
    <dgm:cxn modelId="{1D47A75B-5941-44AB-AB1D-F83FAEF77B6B}" type="presOf" srcId="{EB3C890C-BCF4-44D8-8525-27E480F33328}" destId="{C9F81AEF-5CC8-462A-ACB5-BFEA40A8B2E4}" srcOrd="0" destOrd="0" presId="urn:microsoft.com/office/officeart/2005/8/layout/pyramid3"/>
    <dgm:cxn modelId="{9641464F-E91C-4157-B917-51F71DC81E04}" type="presOf" srcId="{22A5C49F-1F8E-4FF1-88C6-09F4A4AB019D}" destId="{EAF9B226-14BF-4312-A912-CCD5057E55F1}" srcOrd="1" destOrd="0" presId="urn:microsoft.com/office/officeart/2005/8/layout/pyramid3"/>
    <dgm:cxn modelId="{21C1E58D-7494-4265-91BD-98E435956393}" srcId="{1640E0FD-4A1B-49C6-A8AC-35E81A541D58}" destId="{22A5C49F-1F8E-4FF1-88C6-09F4A4AB019D}" srcOrd="2" destOrd="0" parTransId="{28E047AF-D545-4425-A985-C7021252AD94}" sibTransId="{F5C6B610-D9A0-4876-8EFC-9C8A884532C8}"/>
    <dgm:cxn modelId="{9F51ED98-4941-4BC5-9DF5-E0A46D9A5C49}" srcId="{1640E0FD-4A1B-49C6-A8AC-35E81A541D58}" destId="{EB3C890C-BCF4-44D8-8525-27E480F33328}" srcOrd="1" destOrd="0" parTransId="{3193C2A3-DCAC-4DE2-8FB3-138604D14243}" sibTransId="{7E6EB95F-232E-44B4-BC13-C412A52A04E3}"/>
    <dgm:cxn modelId="{487E73BA-2BAC-47B8-B018-DE50708FCBD0}" type="presOf" srcId="{22A5C49F-1F8E-4FF1-88C6-09F4A4AB019D}" destId="{B5149FA7-3DF4-47F6-9910-A6702114FC03}" srcOrd="0" destOrd="0" presId="urn:microsoft.com/office/officeart/2005/8/layout/pyramid3"/>
    <dgm:cxn modelId="{E537A4C2-53F7-4CA2-B78C-888E0E353490}" type="presOf" srcId="{EB3C890C-BCF4-44D8-8525-27E480F33328}" destId="{BB19ECAD-38A4-4A1B-889A-6C5F4020D91B}" srcOrd="1" destOrd="0" presId="urn:microsoft.com/office/officeart/2005/8/layout/pyramid3"/>
    <dgm:cxn modelId="{25FC78CC-8049-4F13-9F83-9BAAFE86A0B4}" srcId="{1640E0FD-4A1B-49C6-A8AC-35E81A541D58}" destId="{67830E66-4D15-418F-A9A6-92298C8A434F}" srcOrd="0" destOrd="0" parTransId="{BD7A2929-EB58-4743-B6E4-46782FADC635}" sibTransId="{C82CCEA4-67E6-4B43-AB84-EA27C39AC974}"/>
    <dgm:cxn modelId="{9066BA54-2A22-450C-A5B2-C35CA4C6D14A}" type="presParOf" srcId="{4D6BD983-E89D-40E9-B5F9-76B35F20B455}" destId="{88900D4E-DBC3-4654-BB6F-C1B5411A0DB2}" srcOrd="0" destOrd="0" presId="urn:microsoft.com/office/officeart/2005/8/layout/pyramid3"/>
    <dgm:cxn modelId="{C03CA84E-9962-4CD1-B4A1-F661AD005031}" type="presParOf" srcId="{88900D4E-DBC3-4654-BB6F-C1B5411A0DB2}" destId="{6D8C6FC9-029D-4FF6-9A04-CF2C7E66333B}" srcOrd="0" destOrd="0" presId="urn:microsoft.com/office/officeart/2005/8/layout/pyramid3"/>
    <dgm:cxn modelId="{D1C24ADF-D238-4137-969B-F495903F6E92}" type="presParOf" srcId="{88900D4E-DBC3-4654-BB6F-C1B5411A0DB2}" destId="{31ADD38E-1E31-4197-A9B2-E4835FB69466}" srcOrd="1" destOrd="0" presId="urn:microsoft.com/office/officeart/2005/8/layout/pyramid3"/>
    <dgm:cxn modelId="{9B6D59BE-AEE6-4048-A568-60DD48318746}" type="presParOf" srcId="{4D6BD983-E89D-40E9-B5F9-76B35F20B455}" destId="{E37FB78E-AAFA-4A7F-8389-C4C8310478A8}" srcOrd="1" destOrd="0" presId="urn:microsoft.com/office/officeart/2005/8/layout/pyramid3"/>
    <dgm:cxn modelId="{CB9CC636-3D78-4D0A-BD1B-84ADEC69204C}" type="presParOf" srcId="{E37FB78E-AAFA-4A7F-8389-C4C8310478A8}" destId="{C9F81AEF-5CC8-462A-ACB5-BFEA40A8B2E4}" srcOrd="0" destOrd="0" presId="urn:microsoft.com/office/officeart/2005/8/layout/pyramid3"/>
    <dgm:cxn modelId="{9B9E7657-125A-40EC-8907-9D6F8C61263E}" type="presParOf" srcId="{E37FB78E-AAFA-4A7F-8389-C4C8310478A8}" destId="{BB19ECAD-38A4-4A1B-889A-6C5F4020D91B}" srcOrd="1" destOrd="0" presId="urn:microsoft.com/office/officeart/2005/8/layout/pyramid3"/>
    <dgm:cxn modelId="{C1265DDC-A2D4-42D4-9976-4FF979C95F95}" type="presParOf" srcId="{4D6BD983-E89D-40E9-B5F9-76B35F20B455}" destId="{690AD3A8-D8C3-4EC7-B568-D7448BA900EE}" srcOrd="2" destOrd="0" presId="urn:microsoft.com/office/officeart/2005/8/layout/pyramid3"/>
    <dgm:cxn modelId="{D3FB384F-7EEA-42CC-8127-93752F8CE509}" type="presParOf" srcId="{690AD3A8-D8C3-4EC7-B568-D7448BA900EE}" destId="{B5149FA7-3DF4-47F6-9910-A6702114FC03}" srcOrd="0" destOrd="0" presId="urn:microsoft.com/office/officeart/2005/8/layout/pyramid3"/>
    <dgm:cxn modelId="{7F1869FA-33E7-4A0A-B904-9B9042F8103D}" type="presParOf" srcId="{690AD3A8-D8C3-4EC7-B568-D7448BA900EE}" destId="{EAF9B226-14BF-4312-A912-CCD5057E55F1}" srcOrd="1" destOrd="0" presId="urn:microsoft.com/office/officeart/2005/8/layout/pyramid3"/>
  </dgm:cxnLst>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BFA511A-DC58-401C-95FD-999CA76202AF}" type="doc">
      <dgm:prSet loTypeId="urn:microsoft.com/office/officeart/2005/8/layout/pyramid1" loCatId="pyramid" qsTypeId="urn:microsoft.com/office/officeart/2005/8/quickstyle/simple1" qsCatId="simple" csTypeId="urn:microsoft.com/office/officeart/2005/8/colors/accent1_2" csCatId="accent1" phldr="1"/>
      <dgm:spPr/>
    </dgm:pt>
    <dgm:pt modelId="{CE2323DF-07FF-41D7-ADFD-EE08818046C4}">
      <dgm:prSet phldrT="[Text]" custT="1"/>
      <dgm:spPr>
        <a:solidFill>
          <a:schemeClr val="accent1">
            <a:lumMod val="20000"/>
            <a:lumOff val="80000"/>
          </a:schemeClr>
        </a:solidFill>
        <a:ln>
          <a:solidFill>
            <a:schemeClr val="tx1"/>
          </a:solidFill>
        </a:ln>
      </dgm:spPr>
      <dgm:t>
        <a:bodyPr/>
        <a:lstStyle/>
        <a:p>
          <a:endParaRPr lang="en-GB" sz="1600" b="1" dirty="0"/>
        </a:p>
        <a:p>
          <a:endParaRPr lang="en-GB" sz="1600" b="1" dirty="0"/>
        </a:p>
        <a:p>
          <a:r>
            <a:rPr lang="en-GB" sz="1600" b="1" dirty="0"/>
            <a:t>Restate</a:t>
          </a:r>
        </a:p>
        <a:p>
          <a:r>
            <a:rPr lang="en-GB" sz="1600" b="1" dirty="0"/>
            <a:t>thesis</a:t>
          </a:r>
        </a:p>
      </dgm:t>
    </dgm:pt>
    <dgm:pt modelId="{6046609D-A0A0-4FAC-BD81-91E93506204C}" type="parTrans" cxnId="{29672758-4030-4698-A56B-A4F6BEC496BA}">
      <dgm:prSet/>
      <dgm:spPr/>
      <dgm:t>
        <a:bodyPr/>
        <a:lstStyle/>
        <a:p>
          <a:endParaRPr lang="en-GB" sz="1600"/>
        </a:p>
      </dgm:t>
    </dgm:pt>
    <dgm:pt modelId="{3867FD52-A772-499A-9E69-FE22104AEAE6}" type="sibTrans" cxnId="{29672758-4030-4698-A56B-A4F6BEC496BA}">
      <dgm:prSet/>
      <dgm:spPr/>
      <dgm:t>
        <a:bodyPr/>
        <a:lstStyle/>
        <a:p>
          <a:endParaRPr lang="en-GB" sz="1600"/>
        </a:p>
      </dgm:t>
    </dgm:pt>
    <dgm:pt modelId="{3F939755-4952-498E-8685-D105E9168DC6}">
      <dgm:prSet phldrT="[Text]" custT="1"/>
      <dgm:spPr>
        <a:solidFill>
          <a:schemeClr val="accent1">
            <a:lumMod val="20000"/>
            <a:lumOff val="80000"/>
          </a:schemeClr>
        </a:solidFill>
        <a:ln>
          <a:solidFill>
            <a:schemeClr val="tx1"/>
          </a:solidFill>
        </a:ln>
      </dgm:spPr>
      <dgm:t>
        <a:bodyPr/>
        <a:lstStyle/>
        <a:p>
          <a:r>
            <a:rPr lang="en-GB" sz="1600" b="1" dirty="0"/>
            <a:t>Summarise main arguments</a:t>
          </a:r>
        </a:p>
      </dgm:t>
    </dgm:pt>
    <dgm:pt modelId="{E29CDFEE-27FA-4857-ABCC-3F6980EF21C6}" type="parTrans" cxnId="{4C0EF959-9DC8-49E7-B9B4-DA1804FBF87C}">
      <dgm:prSet/>
      <dgm:spPr/>
      <dgm:t>
        <a:bodyPr/>
        <a:lstStyle/>
        <a:p>
          <a:endParaRPr lang="en-GB" sz="1600"/>
        </a:p>
      </dgm:t>
    </dgm:pt>
    <dgm:pt modelId="{5978C596-30E2-4CE4-B681-E37976E04AB1}" type="sibTrans" cxnId="{4C0EF959-9DC8-49E7-B9B4-DA1804FBF87C}">
      <dgm:prSet/>
      <dgm:spPr/>
      <dgm:t>
        <a:bodyPr/>
        <a:lstStyle/>
        <a:p>
          <a:endParaRPr lang="en-GB" sz="1600"/>
        </a:p>
      </dgm:t>
    </dgm:pt>
    <dgm:pt modelId="{A42C56B0-CADB-4456-8540-30777A5E3282}">
      <dgm:prSet phldrT="[Text]" custT="1"/>
      <dgm:spPr>
        <a:solidFill>
          <a:schemeClr val="accent1">
            <a:lumMod val="20000"/>
            <a:lumOff val="80000"/>
          </a:schemeClr>
        </a:solidFill>
        <a:ln>
          <a:solidFill>
            <a:schemeClr val="tx1"/>
          </a:solidFill>
        </a:ln>
      </dgm:spPr>
      <dgm:t>
        <a:bodyPr/>
        <a:lstStyle/>
        <a:p>
          <a:r>
            <a:rPr lang="en-GB" sz="1600" b="1" dirty="0"/>
            <a:t>Closing comments</a:t>
          </a:r>
        </a:p>
        <a:p>
          <a:r>
            <a:rPr lang="en-GB" sz="1600" dirty="0"/>
            <a:t>Significance, future research, policy implications</a:t>
          </a:r>
        </a:p>
      </dgm:t>
    </dgm:pt>
    <dgm:pt modelId="{5743EE31-2604-40EA-9B1B-1DFA62411FCC}" type="parTrans" cxnId="{BB9B6BF8-0D71-4CB8-B11B-233DDB203F38}">
      <dgm:prSet/>
      <dgm:spPr/>
      <dgm:t>
        <a:bodyPr/>
        <a:lstStyle/>
        <a:p>
          <a:endParaRPr lang="en-GB" sz="1600"/>
        </a:p>
      </dgm:t>
    </dgm:pt>
    <dgm:pt modelId="{958A478D-21CB-44D9-B3EE-C2BE1230991C}" type="sibTrans" cxnId="{BB9B6BF8-0D71-4CB8-B11B-233DDB203F38}">
      <dgm:prSet/>
      <dgm:spPr/>
      <dgm:t>
        <a:bodyPr/>
        <a:lstStyle/>
        <a:p>
          <a:endParaRPr lang="en-GB" sz="1600"/>
        </a:p>
      </dgm:t>
    </dgm:pt>
    <dgm:pt modelId="{E2FF9EBB-47CB-4AB6-A162-451E3EAE3A21}" type="pres">
      <dgm:prSet presAssocID="{BBFA511A-DC58-401C-95FD-999CA76202AF}" presName="Name0" presStyleCnt="0">
        <dgm:presLayoutVars>
          <dgm:dir/>
          <dgm:animLvl val="lvl"/>
          <dgm:resizeHandles val="exact"/>
        </dgm:presLayoutVars>
      </dgm:prSet>
      <dgm:spPr/>
    </dgm:pt>
    <dgm:pt modelId="{11B40FD9-39B8-4FF8-8A3B-A58CF74302EC}" type="pres">
      <dgm:prSet presAssocID="{CE2323DF-07FF-41D7-ADFD-EE08818046C4}" presName="Name8" presStyleCnt="0"/>
      <dgm:spPr/>
    </dgm:pt>
    <dgm:pt modelId="{4F7B903C-0E6D-4479-BDDD-26C53C5CC159}" type="pres">
      <dgm:prSet presAssocID="{CE2323DF-07FF-41D7-ADFD-EE08818046C4}" presName="level" presStyleLbl="node1" presStyleIdx="0" presStyleCnt="3" custScaleY="130396">
        <dgm:presLayoutVars>
          <dgm:chMax val="1"/>
          <dgm:bulletEnabled val="1"/>
        </dgm:presLayoutVars>
      </dgm:prSet>
      <dgm:spPr/>
    </dgm:pt>
    <dgm:pt modelId="{B8B30F8C-4940-4A30-8FF4-52C1C99264B8}" type="pres">
      <dgm:prSet presAssocID="{CE2323DF-07FF-41D7-ADFD-EE08818046C4}" presName="levelTx" presStyleLbl="revTx" presStyleIdx="0" presStyleCnt="0">
        <dgm:presLayoutVars>
          <dgm:chMax val="1"/>
          <dgm:bulletEnabled val="1"/>
        </dgm:presLayoutVars>
      </dgm:prSet>
      <dgm:spPr/>
    </dgm:pt>
    <dgm:pt modelId="{D39CFD51-AF07-4250-B6E6-C98421B8DA5E}" type="pres">
      <dgm:prSet presAssocID="{3F939755-4952-498E-8685-D105E9168DC6}" presName="Name8" presStyleCnt="0"/>
      <dgm:spPr/>
    </dgm:pt>
    <dgm:pt modelId="{B27ACFB4-B5B0-464A-81BE-09995F8C38D8}" type="pres">
      <dgm:prSet presAssocID="{3F939755-4952-498E-8685-D105E9168DC6}" presName="level" presStyleLbl="node1" presStyleIdx="1" presStyleCnt="3">
        <dgm:presLayoutVars>
          <dgm:chMax val="1"/>
          <dgm:bulletEnabled val="1"/>
        </dgm:presLayoutVars>
      </dgm:prSet>
      <dgm:spPr/>
    </dgm:pt>
    <dgm:pt modelId="{36C2E6C6-4A7A-4268-BB2C-335E9AF0524D}" type="pres">
      <dgm:prSet presAssocID="{3F939755-4952-498E-8685-D105E9168DC6}" presName="levelTx" presStyleLbl="revTx" presStyleIdx="0" presStyleCnt="0">
        <dgm:presLayoutVars>
          <dgm:chMax val="1"/>
          <dgm:bulletEnabled val="1"/>
        </dgm:presLayoutVars>
      </dgm:prSet>
      <dgm:spPr/>
    </dgm:pt>
    <dgm:pt modelId="{AFDEEBE0-5928-4E2F-B51D-94B9F9B00EC2}" type="pres">
      <dgm:prSet presAssocID="{A42C56B0-CADB-4456-8540-30777A5E3282}" presName="Name8" presStyleCnt="0"/>
      <dgm:spPr/>
    </dgm:pt>
    <dgm:pt modelId="{3BCF0A24-B7D8-4123-8D00-46FB437A19A8}" type="pres">
      <dgm:prSet presAssocID="{A42C56B0-CADB-4456-8540-30777A5E3282}" presName="level" presStyleLbl="node1" presStyleIdx="2" presStyleCnt="3">
        <dgm:presLayoutVars>
          <dgm:chMax val="1"/>
          <dgm:bulletEnabled val="1"/>
        </dgm:presLayoutVars>
      </dgm:prSet>
      <dgm:spPr/>
    </dgm:pt>
    <dgm:pt modelId="{89DC5D9F-17B8-4A75-9A89-E19660407BD9}" type="pres">
      <dgm:prSet presAssocID="{A42C56B0-CADB-4456-8540-30777A5E3282}" presName="levelTx" presStyleLbl="revTx" presStyleIdx="0" presStyleCnt="0">
        <dgm:presLayoutVars>
          <dgm:chMax val="1"/>
          <dgm:bulletEnabled val="1"/>
        </dgm:presLayoutVars>
      </dgm:prSet>
      <dgm:spPr/>
    </dgm:pt>
  </dgm:ptLst>
  <dgm:cxnLst>
    <dgm:cxn modelId="{0308DC02-C85E-4F6C-BBA0-A4CD1155D52B}" type="presOf" srcId="{3F939755-4952-498E-8685-D105E9168DC6}" destId="{B27ACFB4-B5B0-464A-81BE-09995F8C38D8}" srcOrd="0" destOrd="0" presId="urn:microsoft.com/office/officeart/2005/8/layout/pyramid1"/>
    <dgm:cxn modelId="{292DA30A-3E2A-4790-BD0A-95DA813BCE15}" type="presOf" srcId="{CE2323DF-07FF-41D7-ADFD-EE08818046C4}" destId="{B8B30F8C-4940-4A30-8FF4-52C1C99264B8}" srcOrd="1" destOrd="0" presId="urn:microsoft.com/office/officeart/2005/8/layout/pyramid1"/>
    <dgm:cxn modelId="{2EA94136-FC96-4C89-A3BF-679480F555B2}" type="presOf" srcId="{BBFA511A-DC58-401C-95FD-999CA76202AF}" destId="{E2FF9EBB-47CB-4AB6-A162-451E3EAE3A21}" srcOrd="0" destOrd="0" presId="urn:microsoft.com/office/officeart/2005/8/layout/pyramid1"/>
    <dgm:cxn modelId="{110CE33D-164B-47B7-AAD8-6EFE14971273}" type="presOf" srcId="{3F939755-4952-498E-8685-D105E9168DC6}" destId="{36C2E6C6-4A7A-4268-BB2C-335E9AF0524D}" srcOrd="1" destOrd="0" presId="urn:microsoft.com/office/officeart/2005/8/layout/pyramid1"/>
    <dgm:cxn modelId="{EECC0667-B882-4E88-B93F-5A00BA7A8E24}" type="presOf" srcId="{A42C56B0-CADB-4456-8540-30777A5E3282}" destId="{89DC5D9F-17B8-4A75-9A89-E19660407BD9}" srcOrd="1" destOrd="0" presId="urn:microsoft.com/office/officeart/2005/8/layout/pyramid1"/>
    <dgm:cxn modelId="{29672758-4030-4698-A56B-A4F6BEC496BA}" srcId="{BBFA511A-DC58-401C-95FD-999CA76202AF}" destId="{CE2323DF-07FF-41D7-ADFD-EE08818046C4}" srcOrd="0" destOrd="0" parTransId="{6046609D-A0A0-4FAC-BD81-91E93506204C}" sibTransId="{3867FD52-A772-499A-9E69-FE22104AEAE6}"/>
    <dgm:cxn modelId="{4C0EF959-9DC8-49E7-B9B4-DA1804FBF87C}" srcId="{BBFA511A-DC58-401C-95FD-999CA76202AF}" destId="{3F939755-4952-498E-8685-D105E9168DC6}" srcOrd="1" destOrd="0" parTransId="{E29CDFEE-27FA-4857-ABCC-3F6980EF21C6}" sibTransId="{5978C596-30E2-4CE4-B681-E37976E04AB1}"/>
    <dgm:cxn modelId="{1ACA72AD-64FB-4857-894C-B8D251446435}" type="presOf" srcId="{A42C56B0-CADB-4456-8540-30777A5E3282}" destId="{3BCF0A24-B7D8-4123-8D00-46FB437A19A8}" srcOrd="0" destOrd="0" presId="urn:microsoft.com/office/officeart/2005/8/layout/pyramid1"/>
    <dgm:cxn modelId="{BB9B6BF8-0D71-4CB8-B11B-233DDB203F38}" srcId="{BBFA511A-DC58-401C-95FD-999CA76202AF}" destId="{A42C56B0-CADB-4456-8540-30777A5E3282}" srcOrd="2" destOrd="0" parTransId="{5743EE31-2604-40EA-9B1B-1DFA62411FCC}" sibTransId="{958A478D-21CB-44D9-B3EE-C2BE1230991C}"/>
    <dgm:cxn modelId="{FAF10BFE-14F3-45A4-8C08-0BF41ED35006}" type="presOf" srcId="{CE2323DF-07FF-41D7-ADFD-EE08818046C4}" destId="{4F7B903C-0E6D-4479-BDDD-26C53C5CC159}" srcOrd="0" destOrd="0" presId="urn:microsoft.com/office/officeart/2005/8/layout/pyramid1"/>
    <dgm:cxn modelId="{20EC1F3C-D5E7-4F15-8D94-407D25C0A566}" type="presParOf" srcId="{E2FF9EBB-47CB-4AB6-A162-451E3EAE3A21}" destId="{11B40FD9-39B8-4FF8-8A3B-A58CF74302EC}" srcOrd="0" destOrd="0" presId="urn:microsoft.com/office/officeart/2005/8/layout/pyramid1"/>
    <dgm:cxn modelId="{DA573775-EBF8-434D-9043-FCB1C9EFD983}" type="presParOf" srcId="{11B40FD9-39B8-4FF8-8A3B-A58CF74302EC}" destId="{4F7B903C-0E6D-4479-BDDD-26C53C5CC159}" srcOrd="0" destOrd="0" presId="urn:microsoft.com/office/officeart/2005/8/layout/pyramid1"/>
    <dgm:cxn modelId="{9EB08638-F8AB-4D8C-B6E3-416D5CD71491}" type="presParOf" srcId="{11B40FD9-39B8-4FF8-8A3B-A58CF74302EC}" destId="{B8B30F8C-4940-4A30-8FF4-52C1C99264B8}" srcOrd="1" destOrd="0" presId="urn:microsoft.com/office/officeart/2005/8/layout/pyramid1"/>
    <dgm:cxn modelId="{7D268F38-157D-4D55-BAAE-BA7AF4818E8C}" type="presParOf" srcId="{E2FF9EBB-47CB-4AB6-A162-451E3EAE3A21}" destId="{D39CFD51-AF07-4250-B6E6-C98421B8DA5E}" srcOrd="1" destOrd="0" presId="urn:microsoft.com/office/officeart/2005/8/layout/pyramid1"/>
    <dgm:cxn modelId="{28B72F1B-E998-483C-B68B-3F100B378050}" type="presParOf" srcId="{D39CFD51-AF07-4250-B6E6-C98421B8DA5E}" destId="{B27ACFB4-B5B0-464A-81BE-09995F8C38D8}" srcOrd="0" destOrd="0" presId="urn:microsoft.com/office/officeart/2005/8/layout/pyramid1"/>
    <dgm:cxn modelId="{FB1AA50E-EE4F-493A-B076-A98F2C8B9A43}" type="presParOf" srcId="{D39CFD51-AF07-4250-B6E6-C98421B8DA5E}" destId="{36C2E6C6-4A7A-4268-BB2C-335E9AF0524D}" srcOrd="1" destOrd="0" presId="urn:microsoft.com/office/officeart/2005/8/layout/pyramid1"/>
    <dgm:cxn modelId="{0AB9886E-AE96-44E7-92EC-6BCACF46D7A7}" type="presParOf" srcId="{E2FF9EBB-47CB-4AB6-A162-451E3EAE3A21}" destId="{AFDEEBE0-5928-4E2F-B51D-94B9F9B00EC2}" srcOrd="2" destOrd="0" presId="urn:microsoft.com/office/officeart/2005/8/layout/pyramid1"/>
    <dgm:cxn modelId="{1753B361-97EE-432B-8DA6-985B0496382C}" type="presParOf" srcId="{AFDEEBE0-5928-4E2F-B51D-94B9F9B00EC2}" destId="{3BCF0A24-B7D8-4123-8D00-46FB437A19A8}" srcOrd="0" destOrd="0" presId="urn:microsoft.com/office/officeart/2005/8/layout/pyramid1"/>
    <dgm:cxn modelId="{F9085EF6-4361-44F0-900B-9C725ACA2FCD}" type="presParOf" srcId="{AFDEEBE0-5928-4E2F-B51D-94B9F9B00EC2}" destId="{89DC5D9F-17B8-4A75-9A89-E19660407BD9}"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8C6FC9-029D-4FF6-9A04-CF2C7E66333B}">
      <dsp:nvSpPr>
        <dsp:cNvPr id="0" name=""/>
        <dsp:cNvSpPr/>
      </dsp:nvSpPr>
      <dsp:spPr>
        <a:xfrm rot="10800000">
          <a:off x="0" y="0"/>
          <a:ext cx="5640288" cy="1343291"/>
        </a:xfrm>
        <a:prstGeom prst="trapezoid">
          <a:avLst>
            <a:gd name="adj" fmla="val 61950"/>
          </a:avLst>
        </a:prstGeom>
        <a:solidFill>
          <a:schemeClr val="accent1">
            <a:lumMod val="20000"/>
            <a:lumOff val="80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b="1" kern="1200" dirty="0"/>
            <a:t>Broader context</a:t>
          </a:r>
        </a:p>
        <a:p>
          <a:pPr marL="0" lvl="0" indent="0" algn="ctr" defTabSz="711200">
            <a:lnSpc>
              <a:spcPct val="90000"/>
            </a:lnSpc>
            <a:spcBef>
              <a:spcPct val="0"/>
            </a:spcBef>
            <a:spcAft>
              <a:spcPct val="35000"/>
            </a:spcAft>
            <a:buNone/>
          </a:pPr>
          <a:r>
            <a:rPr lang="en-GB" sz="1600" kern="1200" dirty="0"/>
            <a:t>Key issues and importance </a:t>
          </a:r>
        </a:p>
      </dsp:txBody>
      <dsp:txXfrm rot="-10800000">
        <a:off x="987050" y="0"/>
        <a:ext cx="3666187" cy="1343291"/>
      </dsp:txXfrm>
    </dsp:sp>
    <dsp:sp modelId="{C9F81AEF-5CC8-462A-ACB5-BFEA40A8B2E4}">
      <dsp:nvSpPr>
        <dsp:cNvPr id="0" name=""/>
        <dsp:cNvSpPr/>
      </dsp:nvSpPr>
      <dsp:spPr>
        <a:xfrm rot="10800000">
          <a:off x="832170" y="1343291"/>
          <a:ext cx="3975946" cy="1344036"/>
        </a:xfrm>
        <a:prstGeom prst="trapezoid">
          <a:avLst>
            <a:gd name="adj" fmla="val 61950"/>
          </a:avLst>
        </a:prstGeom>
        <a:solidFill>
          <a:schemeClr val="accent1">
            <a:lumMod val="20000"/>
            <a:lumOff val="80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b="1" kern="1200" dirty="0"/>
            <a:t>Thesis statement</a:t>
          </a:r>
        </a:p>
        <a:p>
          <a:pPr marL="0" lvl="0" indent="0" algn="ctr" defTabSz="711200">
            <a:lnSpc>
              <a:spcPct val="90000"/>
            </a:lnSpc>
            <a:spcBef>
              <a:spcPct val="0"/>
            </a:spcBef>
            <a:spcAft>
              <a:spcPct val="35000"/>
            </a:spcAft>
            <a:buNone/>
          </a:pPr>
          <a:r>
            <a:rPr lang="en-GB" sz="1600" kern="1200" dirty="0"/>
            <a:t>Argument, position, response</a:t>
          </a:r>
        </a:p>
      </dsp:txBody>
      <dsp:txXfrm rot="-10800000">
        <a:off x="1527961" y="1343291"/>
        <a:ext cx="2584365" cy="1344036"/>
      </dsp:txXfrm>
    </dsp:sp>
    <dsp:sp modelId="{B5149FA7-3DF4-47F6-9910-A6702114FC03}">
      <dsp:nvSpPr>
        <dsp:cNvPr id="0" name=""/>
        <dsp:cNvSpPr/>
      </dsp:nvSpPr>
      <dsp:spPr>
        <a:xfrm rot="10800000">
          <a:off x="1664803" y="2687327"/>
          <a:ext cx="2310681" cy="1864952"/>
        </a:xfrm>
        <a:prstGeom prst="trapezoid">
          <a:avLst>
            <a:gd name="adj" fmla="val 61950"/>
          </a:avLst>
        </a:prstGeom>
        <a:solidFill>
          <a:schemeClr val="accent1">
            <a:lumMod val="20000"/>
            <a:lumOff val="80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GB" sz="1600" kern="1200" dirty="0"/>
        </a:p>
      </dsp:txBody>
      <dsp:txXfrm rot="-10800000">
        <a:off x="1664803" y="2687327"/>
        <a:ext cx="2310681" cy="18649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7B903C-0E6D-4479-BDDD-26C53C5CC159}">
      <dsp:nvSpPr>
        <dsp:cNvPr id="0" name=""/>
        <dsp:cNvSpPr/>
      </dsp:nvSpPr>
      <dsp:spPr>
        <a:xfrm>
          <a:off x="1663540" y="0"/>
          <a:ext cx="2169190" cy="1853467"/>
        </a:xfrm>
        <a:prstGeom prst="trapezoid">
          <a:avLst>
            <a:gd name="adj" fmla="val 58517"/>
          </a:avLst>
        </a:prstGeom>
        <a:solidFill>
          <a:schemeClr val="accent1">
            <a:lumMod val="20000"/>
            <a:lumOff val="80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GB" sz="1600" b="1" kern="1200" dirty="0"/>
        </a:p>
        <a:p>
          <a:pPr marL="0" lvl="0" indent="0" algn="ctr" defTabSz="711200">
            <a:lnSpc>
              <a:spcPct val="90000"/>
            </a:lnSpc>
            <a:spcBef>
              <a:spcPct val="0"/>
            </a:spcBef>
            <a:spcAft>
              <a:spcPct val="35000"/>
            </a:spcAft>
            <a:buNone/>
          </a:pPr>
          <a:endParaRPr lang="en-GB" sz="1600" b="1" kern="1200" dirty="0"/>
        </a:p>
        <a:p>
          <a:pPr marL="0" lvl="0" indent="0" algn="ctr" defTabSz="711200">
            <a:lnSpc>
              <a:spcPct val="90000"/>
            </a:lnSpc>
            <a:spcBef>
              <a:spcPct val="0"/>
            </a:spcBef>
            <a:spcAft>
              <a:spcPct val="35000"/>
            </a:spcAft>
            <a:buNone/>
          </a:pPr>
          <a:r>
            <a:rPr lang="en-GB" sz="1600" b="1" kern="1200" dirty="0"/>
            <a:t>Restate</a:t>
          </a:r>
        </a:p>
        <a:p>
          <a:pPr marL="0" lvl="0" indent="0" algn="ctr" defTabSz="711200">
            <a:lnSpc>
              <a:spcPct val="90000"/>
            </a:lnSpc>
            <a:spcBef>
              <a:spcPct val="0"/>
            </a:spcBef>
            <a:spcAft>
              <a:spcPct val="35000"/>
            </a:spcAft>
            <a:buNone/>
          </a:pPr>
          <a:r>
            <a:rPr lang="en-GB" sz="1600" b="1" kern="1200" dirty="0"/>
            <a:t>thesis</a:t>
          </a:r>
        </a:p>
      </dsp:txBody>
      <dsp:txXfrm>
        <a:off x="1663540" y="0"/>
        <a:ext cx="2169190" cy="1853467"/>
      </dsp:txXfrm>
    </dsp:sp>
    <dsp:sp modelId="{B27ACFB4-B5B0-464A-81BE-09995F8C38D8}">
      <dsp:nvSpPr>
        <dsp:cNvPr id="0" name=""/>
        <dsp:cNvSpPr/>
      </dsp:nvSpPr>
      <dsp:spPr>
        <a:xfrm>
          <a:off x="831770" y="1853467"/>
          <a:ext cx="3832731" cy="1421414"/>
        </a:xfrm>
        <a:prstGeom prst="trapezoid">
          <a:avLst>
            <a:gd name="adj" fmla="val 58517"/>
          </a:avLst>
        </a:prstGeom>
        <a:solidFill>
          <a:schemeClr val="accent1">
            <a:lumMod val="20000"/>
            <a:lumOff val="80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b="1" kern="1200" dirty="0"/>
            <a:t>Summarise main arguments</a:t>
          </a:r>
        </a:p>
      </dsp:txBody>
      <dsp:txXfrm>
        <a:off x="1502498" y="1853467"/>
        <a:ext cx="2491275" cy="1421414"/>
      </dsp:txXfrm>
    </dsp:sp>
    <dsp:sp modelId="{3BCF0A24-B7D8-4123-8D00-46FB437A19A8}">
      <dsp:nvSpPr>
        <dsp:cNvPr id="0" name=""/>
        <dsp:cNvSpPr/>
      </dsp:nvSpPr>
      <dsp:spPr>
        <a:xfrm>
          <a:off x="0" y="3274881"/>
          <a:ext cx="5496272" cy="1421414"/>
        </a:xfrm>
        <a:prstGeom prst="trapezoid">
          <a:avLst>
            <a:gd name="adj" fmla="val 58517"/>
          </a:avLst>
        </a:prstGeom>
        <a:solidFill>
          <a:schemeClr val="accent1">
            <a:lumMod val="20000"/>
            <a:lumOff val="80000"/>
          </a:schemeClr>
        </a:solid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b="1" kern="1200" dirty="0"/>
            <a:t>Closing comments</a:t>
          </a:r>
        </a:p>
        <a:p>
          <a:pPr marL="0" lvl="0" indent="0" algn="ctr" defTabSz="711200">
            <a:lnSpc>
              <a:spcPct val="90000"/>
            </a:lnSpc>
            <a:spcBef>
              <a:spcPct val="0"/>
            </a:spcBef>
            <a:spcAft>
              <a:spcPct val="35000"/>
            </a:spcAft>
            <a:buNone/>
          </a:pPr>
          <a:r>
            <a:rPr lang="en-GB" sz="1600" kern="1200" dirty="0"/>
            <a:t>Significance, future research, policy implications</a:t>
          </a:r>
        </a:p>
      </dsp:txBody>
      <dsp:txXfrm>
        <a:off x="961847" y="3274881"/>
        <a:ext cx="3572576" cy="1421414"/>
      </dsp:txXfrm>
    </dsp:sp>
  </dsp:spTree>
</dsp:drawing>
</file>

<file path=ppt/diagrams/layout1.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454829FD-AA8D-402C-B969-9BDD42140469}"/>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en-GB" altLang="en-US"/>
          </a:p>
        </p:txBody>
      </p:sp>
      <p:sp>
        <p:nvSpPr>
          <p:cNvPr id="9219" name="Rectangle 3">
            <a:extLst>
              <a:ext uri="{FF2B5EF4-FFF2-40B4-BE49-F238E27FC236}">
                <a16:creationId xmlns:a16="http://schemas.microsoft.com/office/drawing/2014/main" id="{5705EE3B-642B-4B31-81F1-D1E1046BF93E}"/>
              </a:ext>
            </a:extLst>
          </p:cNvPr>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GB" altLang="en-US"/>
          </a:p>
        </p:txBody>
      </p:sp>
      <p:sp>
        <p:nvSpPr>
          <p:cNvPr id="9220" name="Rectangle 4">
            <a:extLst>
              <a:ext uri="{FF2B5EF4-FFF2-40B4-BE49-F238E27FC236}">
                <a16:creationId xmlns:a16="http://schemas.microsoft.com/office/drawing/2014/main" id="{B6EE33C4-7597-4898-BE8A-32CA814848BB}"/>
              </a:ext>
            </a:extLst>
          </p:cNvPr>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GB" altLang="en-US"/>
          </a:p>
        </p:txBody>
      </p:sp>
      <p:sp>
        <p:nvSpPr>
          <p:cNvPr id="9221" name="Rectangle 5">
            <a:extLst>
              <a:ext uri="{FF2B5EF4-FFF2-40B4-BE49-F238E27FC236}">
                <a16:creationId xmlns:a16="http://schemas.microsoft.com/office/drawing/2014/main" id="{A05EDBA9-BACD-43D6-BF5D-181E303C3DF6}"/>
              </a:ext>
            </a:extLst>
          </p:cNvPr>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4B67D7FD-786C-4CB7-8AF4-D718F2B264DC}" type="slidenum">
              <a:rPr lang="en-GB" altLang="en-US"/>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D6CA4456-F361-4B44-A308-3E6D964ED5EE}"/>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en-GB" altLang="en-US"/>
          </a:p>
        </p:txBody>
      </p:sp>
      <p:sp>
        <p:nvSpPr>
          <p:cNvPr id="8195" name="Rectangle 3">
            <a:extLst>
              <a:ext uri="{FF2B5EF4-FFF2-40B4-BE49-F238E27FC236}">
                <a16:creationId xmlns:a16="http://schemas.microsoft.com/office/drawing/2014/main" id="{08C818F8-B2DF-401F-97D5-3C4C43187B6E}"/>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GB" altLang="en-US"/>
          </a:p>
        </p:txBody>
      </p:sp>
      <p:sp>
        <p:nvSpPr>
          <p:cNvPr id="5124" name="Rectangle 4">
            <a:extLst>
              <a:ext uri="{FF2B5EF4-FFF2-40B4-BE49-F238E27FC236}">
                <a16:creationId xmlns:a16="http://schemas.microsoft.com/office/drawing/2014/main" id="{B359CEE7-979E-4ECA-B60E-F8371A4D883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7" name="Rectangle 5">
            <a:extLst>
              <a:ext uri="{FF2B5EF4-FFF2-40B4-BE49-F238E27FC236}">
                <a16:creationId xmlns:a16="http://schemas.microsoft.com/office/drawing/2014/main" id="{C80015F8-FF0A-4A7F-ABD6-7BD6E40F6ACE}"/>
              </a:ext>
            </a:extLst>
          </p:cNvPr>
          <p:cNvSpPr>
            <a:spLocks noGrp="1" noChangeArrowheads="1"/>
          </p:cNvSpPr>
          <p:nvPr>
            <p:ph type="body" sz="quarter" idx="3"/>
          </p:nvPr>
        </p:nvSpPr>
        <p:spPr bwMode="auto">
          <a:xfrm>
            <a:off x="1143000" y="4343400"/>
            <a:ext cx="45561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noProof="0"/>
              <a:t>Click to edit Master text styles</a:t>
            </a:r>
          </a:p>
          <a:p>
            <a:pPr lvl="1"/>
            <a:r>
              <a:rPr lang="en-GB" altLang="en-US" noProof="0"/>
              <a:t>Second level</a:t>
            </a:r>
          </a:p>
          <a:p>
            <a:pPr lvl="2"/>
            <a:r>
              <a:rPr lang="en-GB" altLang="en-US" noProof="0"/>
              <a:t>Third level</a:t>
            </a:r>
          </a:p>
          <a:p>
            <a:pPr lvl="3"/>
            <a:r>
              <a:rPr lang="en-GB" altLang="en-US" noProof="0"/>
              <a:t>Fourth level</a:t>
            </a:r>
          </a:p>
          <a:p>
            <a:pPr lvl="4"/>
            <a:r>
              <a:rPr lang="en-GB" altLang="en-US" noProof="0"/>
              <a:t>Fifth level</a:t>
            </a:r>
          </a:p>
        </p:txBody>
      </p:sp>
      <p:sp>
        <p:nvSpPr>
          <p:cNvPr id="8198" name="Rectangle 6">
            <a:extLst>
              <a:ext uri="{FF2B5EF4-FFF2-40B4-BE49-F238E27FC236}">
                <a16:creationId xmlns:a16="http://schemas.microsoft.com/office/drawing/2014/main" id="{FC8A3E9C-3A05-4F0F-A897-F596674ECFB3}"/>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GB" altLang="en-US"/>
          </a:p>
        </p:txBody>
      </p:sp>
      <p:sp>
        <p:nvSpPr>
          <p:cNvPr id="8199" name="Rectangle 7">
            <a:extLst>
              <a:ext uri="{FF2B5EF4-FFF2-40B4-BE49-F238E27FC236}">
                <a16:creationId xmlns:a16="http://schemas.microsoft.com/office/drawing/2014/main" id="{419914C5-D7AD-4B98-AE8F-0F6C07EE7AED}"/>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CEA5AD2E-89E1-4370-8739-344D4E353C41}"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C7D363F4-AFB4-4666-B181-6ABB76387421}"/>
              </a:ext>
            </a:extLst>
          </p:cNvPr>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25734EB-D06B-4794-9C0B-3CA60BFA27EA}" type="slidenum">
              <a:rPr lang="en-GB" altLang="en-US"/>
              <a:pPr eaLnBrk="1" hangingPunct="1"/>
              <a:t>1</a:t>
            </a:fld>
            <a:endParaRPr lang="en-GB" altLang="en-US"/>
          </a:p>
        </p:txBody>
      </p:sp>
      <p:sp>
        <p:nvSpPr>
          <p:cNvPr id="6147" name="Rectangle 2">
            <a:extLst>
              <a:ext uri="{FF2B5EF4-FFF2-40B4-BE49-F238E27FC236}">
                <a16:creationId xmlns:a16="http://schemas.microsoft.com/office/drawing/2014/main" id="{ABC7FC18-B57B-495C-A9F0-E0D19CB7E12A}"/>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E5DCEC76-4B29-4493-B2CF-E1CC273C2E90}"/>
              </a:ext>
            </a:extLst>
          </p:cNvPr>
          <p:cNvSpPr>
            <a:spLocks noGrp="1" noChangeArrowheads="1"/>
          </p:cNvSpPr>
          <p:nvPr>
            <p:ph type="body" idx="1"/>
          </p:nvPr>
        </p:nvSpPr>
        <p:spPr>
          <a:noFill/>
        </p:spPr>
        <p:txBody>
          <a:bodyPr/>
          <a:lstStyle/>
          <a:p>
            <a:pPr marL="171450" indent="-171450" eaLnBrk="1" hangingPunct="1">
              <a:buFont typeface="Arial" panose="020B0604020202020204" pitchFamily="34" charset="0"/>
              <a:buChar char="•"/>
            </a:pPr>
            <a:r>
              <a:rPr lang="en-US" altLang="en-US" dirty="0">
                <a:latin typeface="Arial" panose="020B0604020202020204" pitchFamily="34" charset="0"/>
              </a:rPr>
              <a:t>Introduction (who I am, that I did the MPhil where they can reach me) and what the topic is.</a:t>
            </a:r>
          </a:p>
          <a:p>
            <a:pPr marL="171450" indent="-171450" eaLnBrk="1" hangingPunct="1">
              <a:buFont typeface="Arial" panose="020B0604020202020204" pitchFamily="34" charset="0"/>
              <a:buChar char="•"/>
            </a:pPr>
            <a:r>
              <a:rPr lang="en-US" altLang="en-US" dirty="0">
                <a:latin typeface="Arial" panose="020B0604020202020204" pitchFamily="34" charset="0"/>
              </a:rPr>
              <a:t>A lot of this might feel repetitive or like things that you already know but try to keep with it as we go through, as there are probably things that can help you to improve on your essay writing from your undergrad and things that are expected of you specific to the Institute.</a:t>
            </a:r>
          </a:p>
          <a:p>
            <a:pPr marL="171450" indent="-171450" eaLnBrk="1" hangingPunct="1">
              <a:buFont typeface="Arial" panose="020B0604020202020204" pitchFamily="34" charset="0"/>
              <a:buChar char="•"/>
            </a:pPr>
            <a:r>
              <a:rPr lang="en-US" altLang="en-US" dirty="0">
                <a:latin typeface="Arial" panose="020B0604020202020204" pitchFamily="34" charset="0"/>
              </a:rPr>
              <a:t>There should hopefully be plenty of time for questions at the end, but if anyone has any as we go through, just let me know</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As you’ve probably already gathered in your first few weeks, essay writing is the bedrock of these two courses, crim 1 and crim 2, so we’re going to spend some time focusing on how to prepare for, plan, write and revise essays as it’s what you’ll be doing for a lot of the year.</a:t>
            </a:r>
          </a:p>
          <a:p>
            <a:pPr marL="171450" indent="-171450">
              <a:buFont typeface="Arial" panose="020B0604020202020204" pitchFamily="34" charset="0"/>
              <a:buChar char="•"/>
            </a:pPr>
            <a:r>
              <a:rPr lang="en-GB" dirty="0"/>
              <a:t>So we’re going to outline strategies for deconstructing essay questions and producing essay plans, look at techniques for structuring an essay logically and coherently, and we will review key stylistic and referencing principles for effective academic writing.</a:t>
            </a:r>
            <a:endParaRPr lang="en-US" altLang="en-US" dirty="0"/>
          </a:p>
          <a:p>
            <a:pPr marL="171450" indent="-171450">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2</a:t>
            </a:fld>
            <a:endParaRPr lang="en-GB" altLang="en-US"/>
          </a:p>
        </p:txBody>
      </p:sp>
    </p:spTree>
    <p:extLst>
      <p:ext uri="{BB962C8B-B14F-4D97-AF65-F5344CB8AC3E}">
        <p14:creationId xmlns:p14="http://schemas.microsoft.com/office/powerpoint/2010/main" val="1019478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dirty="0"/>
              <a:t>So as you can see, we’ve got quite a lot to get through so we’re just going to drive straight in</a:t>
            </a:r>
          </a:p>
          <a:p>
            <a:endParaRPr lang="en-GB"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3</a:t>
            </a:fld>
            <a:endParaRPr lang="en-GB" altLang="en-US"/>
          </a:p>
        </p:txBody>
      </p:sp>
    </p:spTree>
    <p:extLst>
      <p:ext uri="{BB962C8B-B14F-4D97-AF65-F5344CB8AC3E}">
        <p14:creationId xmlns:p14="http://schemas.microsoft.com/office/powerpoint/2010/main" val="1447398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dirty="0"/>
              <a:t>So as I said, you’ve got several essays to write so I’ve just outlined them here so they can be fresh in your minds as we go through this lecture today. </a:t>
            </a:r>
          </a:p>
          <a:p>
            <a:pPr marL="171450" indent="-171450">
              <a:buFont typeface="Arial" panose="020B0604020202020204" pitchFamily="34" charset="0"/>
              <a:buChar char="•"/>
            </a:pPr>
            <a:r>
              <a:rPr lang="en-GB" dirty="0"/>
              <a:t>This is how they are set up for the two courses.</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4</a:t>
            </a:fld>
            <a:endParaRPr lang="en-GB" altLang="en-US"/>
          </a:p>
        </p:txBody>
      </p:sp>
    </p:spTree>
    <p:extLst>
      <p:ext uri="{BB962C8B-B14F-4D97-AF65-F5344CB8AC3E}">
        <p14:creationId xmlns:p14="http://schemas.microsoft.com/office/powerpoint/2010/main" val="4959258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Here’s the essay mark scheme as it is in your MPhil handbook. For those of you who haven’t had a good look at it, I would strongly suggest that you do.</a:t>
            </a:r>
          </a:p>
          <a:p>
            <a:pPr marL="171450" indent="-171450">
              <a:buFont typeface="Arial" panose="020B0604020202020204" pitchFamily="34" charset="0"/>
              <a:buChar char="•"/>
            </a:pPr>
            <a:r>
              <a:rPr lang="en-GB" dirty="0"/>
              <a:t>For those of you who are from the UK or who did your undergraduate at universities in the UK, this will look a bit different to what you might have had previously. Importantly, a mark of 60 (out of 100) is considered as the pass mark, not a 2:1. </a:t>
            </a:r>
          </a:p>
          <a:p>
            <a:pPr marL="171450" indent="-171450">
              <a:buFont typeface="Arial" panose="020B0604020202020204" pitchFamily="34" charset="0"/>
              <a:buChar char="•"/>
            </a:pPr>
            <a:r>
              <a:rPr lang="en-GB" dirty="0"/>
              <a:t>This means that this is the minimum you should be hitting to pass essays and modules.</a:t>
            </a:r>
          </a:p>
          <a:p>
            <a:pPr marL="171450" indent="-171450">
              <a:buFont typeface="Arial" panose="020B0604020202020204" pitchFamily="34" charset="0"/>
              <a:buChar char="•"/>
            </a:pPr>
            <a:r>
              <a:rPr lang="en-GB" dirty="0"/>
              <a:t>Now that probably seems quite harsh, but this is what Cambridge and the department expects of it’s students. This isn’t meant to scare you but instead to drive you to aim higher and if you follow the guidelines it sets out, and hopefully this presentation, hopefully you shouldn’t have too much of a problem.</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dirty="0"/>
              <a:t>What you should all aim for this section right here:</a:t>
            </a:r>
          </a:p>
          <a:p>
            <a:endParaRPr lang="en-GB"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5</a:t>
            </a:fld>
            <a:endParaRPr lang="en-GB" altLang="en-US"/>
          </a:p>
        </p:txBody>
      </p:sp>
    </p:spTree>
    <p:extLst>
      <p:ext uri="{BB962C8B-B14F-4D97-AF65-F5344CB8AC3E}">
        <p14:creationId xmlns:p14="http://schemas.microsoft.com/office/powerpoint/2010/main" val="27677896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eaLnBrk="1" hangingPunct="1">
              <a:buFont typeface="Arial" panose="020B0604020202020204" pitchFamily="34" charset="0"/>
              <a:buChar char="•"/>
            </a:pPr>
            <a:r>
              <a:rPr lang="en-GB" dirty="0"/>
              <a:t>These are the three upper bands of the mark scheme and ideally, might be what you guys are striving for. </a:t>
            </a:r>
          </a:p>
          <a:p>
            <a:pPr marL="171450" indent="-171450" eaLnBrk="1" hangingPunct="1">
              <a:buFont typeface="Arial" panose="020B0604020202020204" pitchFamily="34" charset="0"/>
              <a:buChar char="•"/>
            </a:pPr>
            <a:r>
              <a:rPr lang="en-GB" dirty="0"/>
              <a:t>What sets these essays apart from others, particularly the upper two distinction bands is:</a:t>
            </a:r>
          </a:p>
          <a:p>
            <a:pPr marL="628650" lvl="1" indent="-171450" eaLnBrk="1" hangingPunct="1">
              <a:buFont typeface="Arial" panose="020B0604020202020204" pitchFamily="34" charset="0"/>
              <a:buChar char="•"/>
            </a:pPr>
            <a:r>
              <a:rPr lang="en-GB" dirty="0"/>
              <a:t>That the essay is written with a considerable degree of sophistication </a:t>
            </a:r>
          </a:p>
          <a:p>
            <a:pPr marL="628650" lvl="1" indent="-171450" eaLnBrk="1" hangingPunct="1">
              <a:buFont typeface="Arial" panose="020B0604020202020204" pitchFamily="34" charset="0"/>
              <a:buChar char="•"/>
            </a:pPr>
            <a:r>
              <a:rPr lang="en-GB" dirty="0"/>
              <a:t>It includes significant elements of originality </a:t>
            </a:r>
          </a:p>
          <a:p>
            <a:pPr marL="628650" lvl="1" indent="-171450" eaLnBrk="1" hangingPunct="1">
              <a:buFont typeface="Arial" panose="020B0604020202020204" pitchFamily="34" charset="0"/>
              <a:buChar char="•"/>
            </a:pPr>
            <a:r>
              <a:rPr lang="en-GB" dirty="0"/>
              <a:t>Essays are well written and well organised (this refers to writing style, grammar, vocabulary as well as the overall structure)</a:t>
            </a:r>
          </a:p>
          <a:p>
            <a:pPr marL="628650" lvl="1" indent="-171450" eaLnBrk="1" hangingPunct="1">
              <a:buFont typeface="Arial" panose="020B0604020202020204" pitchFamily="34" charset="0"/>
              <a:buChar char="•"/>
            </a:pPr>
            <a:r>
              <a:rPr lang="en-GB" dirty="0"/>
              <a:t>Reference to both theory and empirical evidence </a:t>
            </a:r>
          </a:p>
          <a:p>
            <a:pPr eaLnBrk="1" hangingPunct="1"/>
            <a:r>
              <a:rPr lang="en-GB" dirty="0"/>
              <a:t>To reach the top band, essays will critically analyse the topic, the research, the statement (for 80+)</a:t>
            </a:r>
            <a:endParaRPr lang="en-US" altLang="en-US" dirty="0"/>
          </a:p>
          <a:p>
            <a:endParaRPr lang="en-GB"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6</a:t>
            </a:fld>
            <a:endParaRPr lang="en-GB" altLang="en-US"/>
          </a:p>
        </p:txBody>
      </p:sp>
    </p:spTree>
    <p:extLst>
      <p:ext uri="{BB962C8B-B14F-4D97-AF65-F5344CB8AC3E}">
        <p14:creationId xmlns:p14="http://schemas.microsoft.com/office/powerpoint/2010/main" val="32705556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I’d just like to introduce you to Bloom’s taxonomy of thinking skills. As you can see, there are six domains of cognitive skills. At the bottom you have the reality basic skills of knowledge, comprehension and application. As you progress up the pyramid, you access more advanced skills (analysis, synthesis, and evaluation). </a:t>
            </a:r>
          </a:p>
          <a:p>
            <a:pPr marL="171450" indent="-171450">
              <a:buFont typeface="Arial" panose="020B0604020202020204" pitchFamily="34" charset="0"/>
              <a:buChar char="•"/>
            </a:pPr>
            <a:r>
              <a:rPr lang="en-GB" dirty="0"/>
              <a:t>I’m showing this because I want you to try and display these higher order skills in your essays, to ensure you access the top marks. Whilst knowledge and comprehension is great, and are important to have, they are the basic or minimum requirement. So you need to try to move beyond this using the three upper skills, as this will allow originality to come in and enable you to access the higher marks.</a:t>
            </a:r>
          </a:p>
          <a:p>
            <a:pPr marL="171450" indent="-171450">
              <a:buFont typeface="Arial" panose="020B0604020202020204" pitchFamily="34" charset="0"/>
              <a:buChar char="•"/>
            </a:pPr>
            <a:r>
              <a:rPr lang="en-GB" dirty="0"/>
              <a:t>Engaging these six skills will ensure your essay is more rounded, critical, thorough and will help you to access those higher mark bands.</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7</a:t>
            </a:fld>
            <a:endParaRPr lang="en-GB" altLang="en-US"/>
          </a:p>
        </p:txBody>
      </p:sp>
    </p:spTree>
    <p:extLst>
      <p:ext uri="{BB962C8B-B14F-4D97-AF65-F5344CB8AC3E}">
        <p14:creationId xmlns:p14="http://schemas.microsoft.com/office/powerpoint/2010/main" val="32272109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 the handbook also outlines, there are some common pitfalls to avoid when writing your essays. Hopefully, by the end of today, you’ll have a good idea about how to avoid each and all of them.</a:t>
            </a:r>
          </a:p>
          <a:p>
            <a:r>
              <a:rPr lang="en-GB" dirty="0"/>
              <a:t>These common pitfalls include:</a:t>
            </a:r>
          </a:p>
          <a:p>
            <a:pPr marL="171450" indent="-171450" eaLnBrk="1" hangingPunct="1">
              <a:buFont typeface="Arial" panose="020B0604020202020204" pitchFamily="34" charset="0"/>
              <a:buChar char="•"/>
            </a:pPr>
            <a:r>
              <a:rPr lang="en-GB" dirty="0"/>
              <a:t>A failure to answer the essay question </a:t>
            </a:r>
          </a:p>
          <a:p>
            <a:pPr marL="171450" indent="-171450" eaLnBrk="1" hangingPunct="1">
              <a:buFont typeface="Arial" panose="020B0604020202020204" pitchFamily="34" charset="0"/>
              <a:buChar char="•"/>
            </a:pPr>
            <a:r>
              <a:rPr lang="en-GB" dirty="0"/>
              <a:t>Weakness or weaknesses in the argument and evidence presented in the essay</a:t>
            </a:r>
          </a:p>
          <a:p>
            <a:pPr marL="171450" indent="-171450" eaLnBrk="1" hangingPunct="1">
              <a:buFont typeface="Arial" panose="020B0604020202020204" pitchFamily="34" charset="0"/>
              <a:buChar char="•"/>
            </a:pPr>
            <a:r>
              <a:rPr lang="en-GB" dirty="0"/>
              <a:t>Lack of knowledge of significant material (i.e. missing or failing to reference key texts or seminal works)</a:t>
            </a:r>
          </a:p>
          <a:p>
            <a:pPr marL="171450" indent="-171450" eaLnBrk="1" hangingPunct="1">
              <a:buFont typeface="Arial" panose="020B0604020202020204" pitchFamily="34" charset="0"/>
              <a:buChar char="•"/>
            </a:pPr>
            <a:r>
              <a:rPr lang="en-GB" dirty="0"/>
              <a:t>Organisational and structural deficiencies which leave gaps or is difficult to follow</a:t>
            </a:r>
          </a:p>
          <a:p>
            <a:pPr marL="171450" indent="-171450" eaLnBrk="1" hangingPunct="1">
              <a:buFont typeface="Arial" panose="020B0604020202020204" pitchFamily="34" charset="0"/>
              <a:buChar char="•"/>
            </a:pPr>
            <a:r>
              <a:rPr lang="en-GB" dirty="0"/>
              <a:t>And finally, significant inaccuracies in things like understanding theory, key arguments, and the presentation of empirical evidence. So try to ensure that you know what you’re saying and that it means what you’re saying</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8</a:t>
            </a:fld>
            <a:endParaRPr lang="en-GB" altLang="en-US"/>
          </a:p>
        </p:txBody>
      </p:sp>
    </p:spTree>
    <p:extLst>
      <p:ext uri="{BB962C8B-B14F-4D97-AF65-F5344CB8AC3E}">
        <p14:creationId xmlns:p14="http://schemas.microsoft.com/office/powerpoint/2010/main" val="38694223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It’s common, even at Master’s level, for students to not answer the question of the essay title and therefore end up losing valuable marks. So the first thing that you really need to do is read the question and understand what it is asking of you.</a:t>
            </a:r>
          </a:p>
          <a:p>
            <a:pPr marL="171450" indent="-171450">
              <a:buFont typeface="Arial" panose="020B0604020202020204" pitchFamily="34" charset="0"/>
              <a:buChar char="•"/>
            </a:pPr>
            <a:r>
              <a:rPr lang="en-GB" dirty="0"/>
              <a:t>So when you read the question, look for key words that the question is trying to get at: </a:t>
            </a:r>
          </a:p>
          <a:p>
            <a:pPr marL="628650" lvl="1" indent="-171450">
              <a:buFont typeface="Arial" panose="020B0604020202020204" pitchFamily="34" charset="0"/>
              <a:buChar char="•"/>
            </a:pPr>
            <a:r>
              <a:rPr lang="en-GB" dirty="0"/>
              <a:t>What are the content and command words of the question? What concepts do you need to define and analyse – so this could be things like ‘crime’, ‘legitimacy’, ‘managerialism’, ‘violence’ </a:t>
            </a:r>
          </a:p>
          <a:p>
            <a:pPr marL="628650" lvl="1" indent="-171450">
              <a:buFont typeface="Arial" panose="020B0604020202020204" pitchFamily="34" charset="0"/>
              <a:buChar char="•"/>
            </a:pPr>
            <a:r>
              <a:rPr lang="en-GB" dirty="0"/>
              <a:t>And then you need to think about what skills do you need to apply when answering it? So do you need to evaluate a claim, compare two different theories etc.</a:t>
            </a:r>
          </a:p>
          <a:p>
            <a:pPr marL="171450" indent="-171450">
              <a:buFont typeface="Arial" panose="020B0604020202020204" pitchFamily="34" charset="0"/>
              <a:buChar char="•"/>
            </a:pPr>
            <a:r>
              <a:rPr lang="en-GB" dirty="0"/>
              <a:t>Then think about how you can interrogate or ‘question the question’, rather than taking it at face value.</a:t>
            </a:r>
          </a:p>
          <a:p>
            <a:pPr marL="628650" lvl="1" indent="-171450">
              <a:buFont typeface="Arial" panose="020B0604020202020204" pitchFamily="34" charset="0"/>
              <a:buChar char="•"/>
            </a:pPr>
            <a:r>
              <a:rPr lang="en-GB" dirty="0"/>
              <a:t>Really think about, what are the problems that the question raises and any debates or issues that </a:t>
            </a:r>
            <a:r>
              <a:rPr lang="en-GB"/>
              <a:t>it raises?</a:t>
            </a:r>
            <a:endParaRPr lang="en-GB" dirty="0"/>
          </a:p>
          <a:p>
            <a:pPr marL="628650" lvl="1" indent="-171450">
              <a:buFont typeface="Arial" panose="020B0604020202020204" pitchFamily="34" charset="0"/>
              <a:buChar char="•"/>
            </a:pPr>
            <a:r>
              <a:rPr lang="en-GB" dirty="0"/>
              <a:t>Does it make any assumptions, and if so, are they justifiable?</a:t>
            </a:r>
          </a:p>
          <a:p>
            <a:pPr marL="628650" lvl="1" indent="-171450">
              <a:buFont typeface="Arial" panose="020B0604020202020204" pitchFamily="34" charset="0"/>
              <a:buChar char="•"/>
            </a:pPr>
            <a:r>
              <a:rPr lang="en-GB" dirty="0"/>
              <a:t>Are there any ambiguities or contradictions that the question raises.</a:t>
            </a:r>
          </a:p>
          <a:p>
            <a:pPr marL="171450" indent="-171450">
              <a:buFont typeface="Arial" panose="020B0604020202020204" pitchFamily="34" charset="0"/>
              <a:buChar char="•"/>
            </a:pPr>
            <a:r>
              <a:rPr lang="en-GB" dirty="0"/>
              <a:t>Make sure you attempt to cover all of these areas and don’t leave things that may be central to the question unanswered.</a:t>
            </a:r>
          </a:p>
          <a:p>
            <a:pPr marL="171450" indent="-171450">
              <a:buFont typeface="Arial" panose="020B0604020202020204" pitchFamily="34" charset="0"/>
              <a:buChar char="•"/>
            </a:pPr>
            <a:r>
              <a:rPr lang="en-GB" dirty="0"/>
              <a:t>When it comes time to think about your dissertation, you need to similarly ensure that you </a:t>
            </a:r>
            <a:r>
              <a:rPr lang="en-GB" b="1" dirty="0"/>
              <a:t>pose</a:t>
            </a:r>
            <a:r>
              <a:rPr lang="en-GB" b="0" dirty="0"/>
              <a:t> a research question or questions that your dissertation 1) can answer within the scope and 2) that it does answer.</a:t>
            </a:r>
            <a:endParaRPr lang="en-GB"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9</a:t>
            </a:fld>
            <a:endParaRPr lang="en-GB" altLang="en-US"/>
          </a:p>
        </p:txBody>
      </p:sp>
    </p:spTree>
    <p:extLst>
      <p:ext uri="{BB962C8B-B14F-4D97-AF65-F5344CB8AC3E}">
        <p14:creationId xmlns:p14="http://schemas.microsoft.com/office/powerpoint/2010/main" val="30342171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What are the content and command words for this example essay question? Or what things do you need to consider?</a:t>
            </a:r>
          </a:p>
          <a:p>
            <a:endParaRPr lang="en-GB" dirty="0"/>
          </a:p>
          <a:p>
            <a:r>
              <a:rPr lang="en-GB" dirty="0"/>
              <a:t>Things like ‘role’ and ‘experience’, ‘shaping’ and ‘prison staff’ </a:t>
            </a:r>
          </a:p>
          <a:p>
            <a:endParaRPr lang="en-GB" dirty="0"/>
          </a:p>
          <a:p>
            <a:r>
              <a:rPr lang="en-GB" dirty="0"/>
              <a:t>It also asks ‘what is the role’ (so you can think a little too about what the role is in theory, what is it in practice, and thinking ahead, what should it be.</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10</a:t>
            </a:fld>
            <a:endParaRPr lang="en-GB" altLang="en-US"/>
          </a:p>
        </p:txBody>
      </p:sp>
    </p:spTree>
    <p:extLst>
      <p:ext uri="{BB962C8B-B14F-4D97-AF65-F5344CB8AC3E}">
        <p14:creationId xmlns:p14="http://schemas.microsoft.com/office/powerpoint/2010/main" val="14555630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Planning out and structuring your essays is crucial to ensuring a coherent and well developed argument.</a:t>
            </a:r>
          </a:p>
          <a:p>
            <a:pPr marL="171450" indent="-171450">
              <a:buFont typeface="Arial" panose="020B0604020202020204" pitchFamily="34" charset="0"/>
              <a:buChar char="•"/>
            </a:pPr>
            <a:r>
              <a:rPr lang="en-GB" dirty="0"/>
              <a:t>We’ll look at each main section in turn in a second, but in thinking about planning, you need to:</a:t>
            </a:r>
          </a:p>
          <a:p>
            <a:pPr marL="628650" lvl="1" indent="-171450">
              <a:buFont typeface="Arial" panose="020B0604020202020204" pitchFamily="34" charset="0"/>
              <a:buChar char="•"/>
            </a:pPr>
            <a:r>
              <a:rPr lang="en-GB" dirty="0"/>
              <a:t>Use your reading and lectures to identify the key arguments you want to make in response to the questions</a:t>
            </a:r>
          </a:p>
          <a:p>
            <a:pPr marL="628650" lvl="1" indent="-171450">
              <a:buFont typeface="Arial" panose="020B0604020202020204" pitchFamily="34" charset="0"/>
              <a:buChar char="•"/>
            </a:pPr>
            <a:r>
              <a:rPr lang="en-GB" dirty="0"/>
              <a:t>You can do this by also talking to your supervisor about topics</a:t>
            </a:r>
          </a:p>
          <a:p>
            <a:pPr marL="628650" lvl="1" indent="-171450">
              <a:buFont typeface="Arial" panose="020B0604020202020204" pitchFamily="34" charset="0"/>
              <a:buChar char="•"/>
            </a:pPr>
            <a:r>
              <a:rPr lang="en-GB" dirty="0"/>
              <a:t>You should also think about word counts for each section. I always run over these initial predictions but they’re helpful guidelines so that you don’t end up having to cut 2000 words and help to provide a broad framework for how much you can include</a:t>
            </a:r>
          </a:p>
          <a:p>
            <a:pPr marL="1085850" lvl="2" indent="-171450">
              <a:buFont typeface="Arial" panose="020B0604020202020204" pitchFamily="34" charset="0"/>
              <a:buChar char="•"/>
            </a:pPr>
            <a:r>
              <a:rPr lang="en-GB" dirty="0"/>
              <a:t>It’s important to remember you can’t include everything you read about or want to say, so think carefully beforehand about what is the most important</a:t>
            </a:r>
          </a:p>
          <a:p>
            <a:pPr marL="1085850" lvl="2" indent="-171450">
              <a:buFont typeface="Arial" panose="020B0604020202020204" pitchFamily="34" charset="0"/>
              <a:buChar char="•"/>
            </a:pPr>
            <a:r>
              <a:rPr lang="en-GB" dirty="0"/>
              <a:t>Try to then organise this effectively so that main points/arguments can logically flow one into the other (you don’t want it to be too fragmented or jarring)</a:t>
            </a:r>
          </a:p>
          <a:p>
            <a:pPr marL="171450" indent="-171450">
              <a:buFont typeface="Arial" panose="020B0604020202020204" pitchFamily="34" charset="0"/>
              <a:buChar char="•"/>
            </a:pPr>
            <a:r>
              <a:rPr lang="en-GB" dirty="0"/>
              <a:t>Anything more than 5% over the word count will result in mark deductions.</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11</a:t>
            </a:fld>
            <a:endParaRPr lang="en-GB" altLang="en-US"/>
          </a:p>
        </p:txBody>
      </p:sp>
    </p:spTree>
    <p:extLst>
      <p:ext uri="{BB962C8B-B14F-4D97-AF65-F5344CB8AC3E}">
        <p14:creationId xmlns:p14="http://schemas.microsoft.com/office/powerpoint/2010/main" val="10414956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strong introduction should look to set out:</a:t>
            </a:r>
          </a:p>
          <a:p>
            <a:pPr marL="171450" indent="-171450">
              <a:buFont typeface="Arial" panose="020B0604020202020204" pitchFamily="34" charset="0"/>
              <a:buChar char="•"/>
            </a:pPr>
            <a:r>
              <a:rPr lang="en-GB" dirty="0"/>
              <a:t>The broader context, a thesis statement and the main points of the essay</a:t>
            </a:r>
          </a:p>
          <a:p>
            <a:pPr marL="171450" indent="-171450">
              <a:buFont typeface="Arial" panose="020B0604020202020204" pitchFamily="34" charset="0"/>
              <a:buChar char="•"/>
            </a:pPr>
            <a:r>
              <a:rPr lang="en-GB" dirty="0"/>
              <a:t>So firstly, it should address the broader context in which the essay question in set (so it should talk about the context of the topic and be able to identify the gap in knowledge to which you aim to respond)</a:t>
            </a:r>
          </a:p>
          <a:p>
            <a:pPr marL="171450" indent="-171450">
              <a:buFont typeface="Arial" panose="020B0604020202020204" pitchFamily="34" charset="0"/>
              <a:buChar char="•"/>
            </a:pPr>
            <a:r>
              <a:rPr lang="en-GB" dirty="0"/>
              <a:t>In doing so, it should highlight the key questions and then demonstrate their importance (so going back to thinking about those command words and what it is asking you)</a:t>
            </a:r>
          </a:p>
          <a:p>
            <a:pPr marL="171450" indent="-171450">
              <a:buFont typeface="Arial" panose="020B0604020202020204" pitchFamily="34" charset="0"/>
              <a:buChar char="•"/>
            </a:pPr>
            <a:r>
              <a:rPr lang="en-GB" dirty="0"/>
              <a:t>It should provide a thesis statement on the positionality of your argument (i.e. what your response is to the question, and potential alternative arguments) </a:t>
            </a:r>
          </a:p>
          <a:p>
            <a:pPr marL="171450" indent="-171450">
              <a:buFont typeface="Arial" panose="020B0604020202020204" pitchFamily="34" charset="0"/>
              <a:buChar char="•"/>
            </a:pPr>
            <a:r>
              <a:rPr lang="en-GB" dirty="0"/>
              <a:t>Finally, it should introduce the key issues to be discussed through signposting. So it should outline what the essay will cover and in what order to help guide the reader through the essay more easily.</a:t>
            </a:r>
          </a:p>
          <a:p>
            <a:pPr marL="171450" indent="-171450">
              <a:buFont typeface="Arial" panose="020B0604020202020204" pitchFamily="34" charset="0"/>
              <a:buChar char="•"/>
            </a:pPr>
            <a:r>
              <a:rPr lang="en-GB" dirty="0"/>
              <a:t>Your introduction sets the tone for the rest of the assignment and a strong introduction will help to hook your reader.</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12</a:t>
            </a:fld>
            <a:endParaRPr lang="en-GB" altLang="en-US"/>
          </a:p>
        </p:txBody>
      </p:sp>
    </p:spTree>
    <p:extLst>
      <p:ext uri="{BB962C8B-B14F-4D97-AF65-F5344CB8AC3E}">
        <p14:creationId xmlns:p14="http://schemas.microsoft.com/office/powerpoint/2010/main" val="21177895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A logical structure of paragraphs helps to guide the reader through your arguments to your conclusion</a:t>
            </a:r>
          </a:p>
          <a:p>
            <a:pPr marL="171450" indent="-171450">
              <a:buFont typeface="Arial" panose="020B0604020202020204" pitchFamily="34" charset="0"/>
              <a:buChar char="•"/>
            </a:pPr>
            <a:r>
              <a:rPr lang="en-GB" dirty="0"/>
              <a:t>Importantly, you should try to have only one main idea per paragraph </a:t>
            </a:r>
          </a:p>
          <a:p>
            <a:pPr marL="171450" indent="-171450">
              <a:buFont typeface="Arial" panose="020B0604020202020204" pitchFamily="34" charset="0"/>
              <a:buChar char="•"/>
            </a:pPr>
            <a:r>
              <a:rPr lang="en-GB" dirty="0"/>
              <a:t>You can split your essay using headings and subheadings which have broader themes but then each paragraph should still only have main idea/point</a:t>
            </a:r>
          </a:p>
          <a:p>
            <a:pPr marL="628650" lvl="1" indent="-171450">
              <a:buFont typeface="Arial" panose="020B0604020202020204" pitchFamily="34" charset="0"/>
              <a:buChar char="•"/>
            </a:pPr>
            <a:r>
              <a:rPr lang="en-GB" dirty="0"/>
              <a:t>But you should try to link these all together</a:t>
            </a:r>
          </a:p>
          <a:p>
            <a:pPr marL="171450" indent="-171450">
              <a:buFont typeface="Arial" panose="020B0604020202020204" pitchFamily="34" charset="0"/>
              <a:buChar char="•"/>
            </a:pPr>
            <a:r>
              <a:rPr lang="en-GB" dirty="0"/>
              <a:t>In terms of structuring paragraphs, you can think of a few different frameworks</a:t>
            </a:r>
          </a:p>
          <a:p>
            <a:pPr marL="628650" lvl="1" indent="-171450">
              <a:buFont typeface="Arial" panose="020B0604020202020204" pitchFamily="34" charset="0"/>
              <a:buChar char="•"/>
            </a:pPr>
            <a:r>
              <a:rPr lang="en-GB" dirty="0"/>
              <a:t>The PEEL or the topic, body, tokens and wrap are essentially the same but provide a guide to what paragraphs should explore or include</a:t>
            </a:r>
          </a:p>
          <a:p>
            <a:pPr marL="628650" lvl="1" indent="-171450">
              <a:buFont typeface="Arial" panose="020B0604020202020204" pitchFamily="34" charset="0"/>
              <a:buChar char="•"/>
            </a:pPr>
            <a:r>
              <a:rPr lang="en-GB" dirty="0"/>
              <a:t>Firstly, they should introduce the main point of the paragraph</a:t>
            </a:r>
          </a:p>
          <a:p>
            <a:pPr marL="628650" lvl="1" indent="-171450">
              <a:buFont typeface="Arial" panose="020B0604020202020204" pitchFamily="34" charset="0"/>
              <a:buChar char="•"/>
            </a:pPr>
            <a:r>
              <a:rPr lang="en-GB" dirty="0"/>
              <a:t>Secondly, you should use the body of the paragraph to set out your arguments, reasoning, and explanations for the point</a:t>
            </a:r>
          </a:p>
          <a:p>
            <a:pPr marL="628650" lvl="1" indent="-171450">
              <a:buFont typeface="Arial" panose="020B0604020202020204" pitchFamily="34" charset="0"/>
              <a:buChar char="•"/>
            </a:pPr>
            <a:r>
              <a:rPr lang="en-GB" dirty="0"/>
              <a:t>Thirdly, you should provide evidence, examples, references to reinforce this point</a:t>
            </a:r>
          </a:p>
          <a:p>
            <a:pPr marL="628650" lvl="1" indent="-171450">
              <a:buFont typeface="Arial" panose="020B0604020202020204" pitchFamily="34" charset="0"/>
              <a:buChar char="•"/>
            </a:pPr>
            <a:r>
              <a:rPr lang="en-GB" dirty="0"/>
              <a:t>Finally, you should provide a summary that links back to the question or the next paragraph, outlining why this extended or challenged the argument</a:t>
            </a:r>
          </a:p>
          <a:p>
            <a:pPr marL="171450" indent="-171450">
              <a:buFont typeface="Arial" panose="020B0604020202020204" pitchFamily="34" charset="0"/>
              <a:buChar char="•"/>
            </a:pPr>
            <a:r>
              <a:rPr lang="en-GB" dirty="0"/>
              <a:t>You can also look to apply the BBC test which looks to examine sentences in a paragraph to identify their contribution to the argument: so does it 1) build upon a point, 2) blur a point, or to 3) corrode the argument</a:t>
            </a:r>
          </a:p>
          <a:p>
            <a:pPr marL="628650" lvl="1" indent="-171450">
              <a:buFont typeface="Arial" panose="020B0604020202020204" pitchFamily="34" charset="0"/>
              <a:buChar char="•"/>
            </a:pPr>
            <a:r>
              <a:rPr lang="en-GB" dirty="0"/>
              <a:t>‘Building’ looks to </a:t>
            </a:r>
            <a:r>
              <a:rPr lang="en-GB" b="0" i="0" dirty="0">
                <a:solidFill>
                  <a:srgbClr val="393D3E"/>
                </a:solidFill>
                <a:effectLst/>
                <a:latin typeface="Roboto" panose="02000000000000000000" pitchFamily="2" charset="0"/>
              </a:rPr>
              <a:t>advance the argument being made. It makes a new point, takes a previous point further, develops a new angle, offers fresh evidence or explains important detail — so as to advance readers’ understanding.</a:t>
            </a:r>
          </a:p>
          <a:p>
            <a:pPr marL="628650" lvl="1" indent="-171450">
              <a:buFont typeface="Arial" panose="020B0604020202020204" pitchFamily="34" charset="0"/>
              <a:buChar char="•"/>
            </a:pPr>
            <a:r>
              <a:rPr lang="en-GB" b="0" i="0" dirty="0">
                <a:solidFill>
                  <a:srgbClr val="393D3E"/>
                </a:solidFill>
                <a:effectLst/>
                <a:latin typeface="Roboto" panose="02000000000000000000" pitchFamily="2" charset="0"/>
              </a:rPr>
              <a:t>‘Blurring’, alternatively, does not clearly advance the argument, perhaps because it is repeating something already said, connecting back to an earlier point, or </a:t>
            </a:r>
            <a:r>
              <a:rPr lang="en-GB" b="0" i="0" dirty="0" err="1">
                <a:solidFill>
                  <a:srgbClr val="393D3E"/>
                </a:solidFill>
                <a:effectLst/>
                <a:latin typeface="Roboto" panose="02000000000000000000" pitchFamily="2" charset="0"/>
              </a:rPr>
              <a:t>woffling</a:t>
            </a:r>
            <a:r>
              <a:rPr lang="en-GB" b="0" i="0" dirty="0">
                <a:solidFill>
                  <a:srgbClr val="393D3E"/>
                </a:solidFill>
                <a:effectLst/>
                <a:latin typeface="Roboto" panose="02000000000000000000" pitchFamily="2" charset="0"/>
              </a:rPr>
              <a:t> around unimportant detail</a:t>
            </a:r>
          </a:p>
          <a:p>
            <a:pPr marL="628650" lvl="1" indent="-171450">
              <a:buFont typeface="Arial" panose="020B0604020202020204" pitchFamily="34" charset="0"/>
              <a:buChar char="•"/>
            </a:pPr>
            <a:r>
              <a:rPr lang="en-GB" b="0" i="0" dirty="0">
                <a:solidFill>
                  <a:srgbClr val="393D3E"/>
                </a:solidFill>
                <a:effectLst/>
                <a:latin typeface="Roboto" panose="02000000000000000000" pitchFamily="2" charset="0"/>
              </a:rPr>
              <a:t>‘Corroding’ sections can either: 1) challenge things that are theoretically incorrect, factually wrong, or unevidenced, or 2) the point may be completely ‘correct’ but still misplaced that you are looking to challenge</a:t>
            </a:r>
            <a:endParaRPr lang="en-GB" dirty="0"/>
          </a:p>
          <a:p>
            <a:pPr marL="171450" indent="-171450">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13</a:t>
            </a:fld>
            <a:endParaRPr lang="en-GB" altLang="en-US"/>
          </a:p>
        </p:txBody>
      </p:sp>
    </p:spTree>
    <p:extLst>
      <p:ext uri="{BB962C8B-B14F-4D97-AF65-F5344CB8AC3E}">
        <p14:creationId xmlns:p14="http://schemas.microsoft.com/office/powerpoint/2010/main" val="2871476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The content is the main substance of the essay or written assignment. </a:t>
            </a:r>
          </a:p>
          <a:p>
            <a:pPr marL="171450" indent="-171450">
              <a:buFont typeface="Arial" panose="020B0604020202020204" pitchFamily="34" charset="0"/>
              <a:buChar char="•"/>
            </a:pPr>
            <a:r>
              <a:rPr lang="en-GB" dirty="0"/>
              <a:t>You should ensure your arguments are clear, well founded and that you provide robust evidence from reliable sources (and reference them appropriately)</a:t>
            </a:r>
          </a:p>
          <a:p>
            <a:pPr marL="171450" indent="-171450">
              <a:buFont typeface="Arial" panose="020B0604020202020204" pitchFamily="34" charset="0"/>
              <a:buChar char="•"/>
            </a:pPr>
            <a:r>
              <a:rPr lang="en-GB" dirty="0"/>
              <a:t>The content of the essay should demonstrate familiarity with the literature and wide reading of scholarly sources</a:t>
            </a:r>
          </a:p>
          <a:p>
            <a:pPr marL="628650" lvl="1" indent="-171450">
              <a:buFont typeface="Arial" panose="020B0604020202020204" pitchFamily="34" charset="0"/>
              <a:buChar char="•"/>
            </a:pPr>
            <a:r>
              <a:rPr lang="en-GB" dirty="0"/>
              <a:t>Any written piece of work will involve a literature review of some sort which will present, synthesize and discuss relevant work by others</a:t>
            </a:r>
          </a:p>
          <a:p>
            <a:pPr marL="628650" lvl="1" indent="-171450">
              <a:buFont typeface="Arial" panose="020B0604020202020204" pitchFamily="34" charset="0"/>
              <a:buChar char="•"/>
            </a:pPr>
            <a:r>
              <a:rPr lang="en-GB" dirty="0"/>
              <a:t>This helps to situate the discussion and essay topic within existing academic work</a:t>
            </a:r>
          </a:p>
          <a:p>
            <a:pPr marL="628650" lvl="1" indent="-171450">
              <a:buFont typeface="Arial" panose="020B0604020202020204" pitchFamily="34" charset="0"/>
              <a:buChar char="•"/>
            </a:pPr>
            <a:r>
              <a:rPr lang="en-GB" dirty="0"/>
              <a:t>You should take care to consider both classic and contemporary works, to think critically about others’ arguments, methods, interpretation of findings, and the implications for your main arguments, and to reference properly</a:t>
            </a:r>
          </a:p>
          <a:p>
            <a:pPr marL="171450" indent="-171450">
              <a:buFont typeface="Arial" panose="020B0604020202020204" pitchFamily="34" charset="0"/>
              <a:buChar char="•"/>
            </a:pPr>
            <a:r>
              <a:rPr lang="en-GB" dirty="0"/>
              <a:t>Generally, it is better to focus on a select number of topics or arguments and develop and evidence them effectively than to cover many topics superficially</a:t>
            </a:r>
          </a:p>
          <a:p>
            <a:pPr marL="628650" lvl="1" indent="-171450">
              <a:buFont typeface="Arial" panose="020B0604020202020204" pitchFamily="34" charset="0"/>
              <a:buChar char="•"/>
            </a:pPr>
            <a:r>
              <a:rPr lang="en-GB" dirty="0"/>
              <a:t>Consider your word limit in deciding how many topics you can cover and how much space you can devote to each.</a:t>
            </a:r>
          </a:p>
          <a:p>
            <a:pPr marL="628650" lvl="1" indent="-171450">
              <a:buFont typeface="Arial" panose="020B0604020202020204" pitchFamily="34" charset="0"/>
              <a:buChar char="•"/>
            </a:pPr>
            <a:r>
              <a:rPr lang="en-GB" dirty="0"/>
              <a:t>Try to avoid devoting too much space to discussions that are not effectively moving forward your answer to the essay title or research question</a:t>
            </a:r>
          </a:p>
          <a:p>
            <a:pPr marL="628650" lvl="1" indent="-171450">
              <a:buFont typeface="Arial" panose="020B0604020202020204" pitchFamily="34" charset="0"/>
              <a:buChar char="•"/>
            </a:pPr>
            <a:r>
              <a:rPr lang="en-GB" dirty="0"/>
              <a:t>Instead, you should devote more space to arguments and evidence (rather than, for example, giving a half a page example)</a:t>
            </a:r>
          </a:p>
          <a:p>
            <a:pPr marL="1085850" lvl="2" indent="-171450">
              <a:buFont typeface="Arial" panose="020B0604020202020204" pitchFamily="34" charset="0"/>
              <a:buChar char="•"/>
            </a:pPr>
            <a:r>
              <a:rPr lang="en-GB" dirty="0"/>
              <a:t>You want your examiner to know what argument or point you are making, rather than questioning why you are telling them this</a:t>
            </a:r>
          </a:p>
          <a:p>
            <a:pPr marL="171450" indent="-171450">
              <a:buFont typeface="Arial" panose="020B0604020202020204" pitchFamily="34" charset="0"/>
              <a:buChar char="•"/>
            </a:pPr>
            <a:r>
              <a:rPr lang="en-GB" dirty="0"/>
              <a:t>You should aim to make clear arguments with good rationale and reliable evidence to support them</a:t>
            </a:r>
          </a:p>
          <a:p>
            <a:pPr marL="628650" lvl="1" indent="-171450">
              <a:buFont typeface="Arial" panose="020B0604020202020204" pitchFamily="34" charset="0"/>
              <a:buChar char="•"/>
            </a:pPr>
            <a:r>
              <a:rPr lang="en-GB" dirty="0"/>
              <a:t>For example, when thinking about theory, it’s important to be selective (rather than example every theory that could be relevant). Take time to consider which are most relevant and explain why – and this can help to form the basis of critical discussion and analysis</a:t>
            </a:r>
          </a:p>
          <a:p>
            <a:pPr marL="171450" indent="-171450">
              <a:buFont typeface="Arial" panose="020B0604020202020204" pitchFamily="34" charset="0"/>
              <a:buChar char="•"/>
            </a:pPr>
            <a:r>
              <a:rPr lang="en-GB" dirty="0"/>
              <a:t>When presenting research findings, either your own or those of others in the literature, try to consider the statistical and/or real-world significance of what these findings suggest</a:t>
            </a:r>
          </a:p>
          <a:p>
            <a:pPr marL="628650" lvl="1" indent="-171450">
              <a:buFont typeface="Arial" panose="020B0604020202020204" pitchFamily="34" charset="0"/>
              <a:buChar char="•"/>
            </a:pPr>
            <a:r>
              <a:rPr lang="en-GB" dirty="0"/>
              <a:t>i.e. how strong is the reported effect statistically (e.g. is it reliable? How does it compare to other effects?); and how strong is it substantively (e.g. what proportion of people does it effect? How much does it affect them?)? </a:t>
            </a:r>
          </a:p>
          <a:p>
            <a:pPr marL="171450" indent="-171450">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14</a:t>
            </a:fld>
            <a:endParaRPr lang="en-GB" altLang="en-US"/>
          </a:p>
        </p:txBody>
      </p:sp>
    </p:spTree>
    <p:extLst>
      <p:ext uri="{BB962C8B-B14F-4D97-AF65-F5344CB8AC3E}">
        <p14:creationId xmlns:p14="http://schemas.microsoft.com/office/powerpoint/2010/main" val="38009927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And when finishing your essay, you have your conclusion. </a:t>
            </a:r>
          </a:p>
          <a:p>
            <a:pPr marL="171450" indent="-171450">
              <a:buFont typeface="Arial" panose="020B0604020202020204" pitchFamily="34" charset="0"/>
              <a:buChar char="•"/>
            </a:pPr>
            <a:r>
              <a:rPr lang="en-GB" dirty="0"/>
              <a:t>Your conclusion summarizes your answer to the research question and your key arguments/evidence. </a:t>
            </a:r>
          </a:p>
          <a:p>
            <a:pPr marL="171450" indent="-171450">
              <a:buFont typeface="Arial" panose="020B0604020202020204" pitchFamily="34" charset="0"/>
              <a:buChar char="•"/>
            </a:pPr>
            <a:r>
              <a:rPr lang="en-GB" dirty="0"/>
              <a:t>In doing so, you should look to:</a:t>
            </a:r>
          </a:p>
          <a:p>
            <a:pPr marL="628650" lvl="1" indent="-171450">
              <a:buFont typeface="Arial" panose="020B0604020202020204" pitchFamily="34" charset="0"/>
              <a:buChar char="•"/>
            </a:pPr>
            <a:r>
              <a:rPr lang="en-GB" dirty="0"/>
              <a:t>Restate your thesis</a:t>
            </a:r>
          </a:p>
          <a:p>
            <a:pPr marL="628650" lvl="1" indent="-171450">
              <a:buFont typeface="Arial" panose="020B0604020202020204" pitchFamily="34" charset="0"/>
              <a:buChar char="•"/>
            </a:pPr>
            <a:r>
              <a:rPr lang="en-GB" dirty="0"/>
              <a:t>Summarise main arguments made throughout the essay</a:t>
            </a:r>
          </a:p>
          <a:p>
            <a:pPr marL="628650" lvl="1" indent="-171450">
              <a:buFont typeface="Arial" panose="020B0604020202020204" pitchFamily="34" charset="0"/>
              <a:buChar char="•"/>
            </a:pPr>
            <a:r>
              <a:rPr lang="en-GB" dirty="0"/>
              <a:t>Make some closing comments about the significance of your conclusion or current state of the topic, future research that could/should be done and potential policy implications that might have. </a:t>
            </a:r>
          </a:p>
          <a:p>
            <a:pPr marL="1085850" lvl="2" indent="-171450">
              <a:buFont typeface="Arial" panose="020B0604020202020204" pitchFamily="34" charset="0"/>
              <a:buChar char="•"/>
            </a:pPr>
            <a:r>
              <a:rPr lang="en-GB" dirty="0"/>
              <a:t>Other than these suggestions, you shouldn’t look to ad anything new in to your conclusion (i.e. don’t add new arguments you haven’t discussed above)</a:t>
            </a:r>
          </a:p>
          <a:p>
            <a:pPr marL="171450" indent="-171450">
              <a:buFont typeface="Arial" panose="020B0604020202020204" pitchFamily="34" charset="0"/>
              <a:buChar char="•"/>
            </a:pPr>
            <a:r>
              <a:rPr lang="en-GB" dirty="0"/>
              <a:t>It is the last thing your reader/examiner will read and your final opportunity to show what you have argued and to inform and convince your reader/examiner you have answered the research question.</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15</a:t>
            </a:fld>
            <a:endParaRPr lang="en-GB" altLang="en-US"/>
          </a:p>
        </p:txBody>
      </p:sp>
    </p:spTree>
    <p:extLst>
      <p:ext uri="{BB962C8B-B14F-4D97-AF65-F5344CB8AC3E}">
        <p14:creationId xmlns:p14="http://schemas.microsoft.com/office/powerpoint/2010/main" val="27321792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Something that students really struggle with is critical analysis. If you remember the mark scheme from earlier, this is only really required to access the very top grades, with 80+.</a:t>
            </a:r>
          </a:p>
          <a:p>
            <a:pPr marL="171450" indent="-171450">
              <a:buFont typeface="Arial" panose="020B0604020202020204" pitchFamily="34" charset="0"/>
              <a:buChar char="•"/>
            </a:pPr>
            <a:r>
              <a:rPr lang="en-GB" dirty="0"/>
              <a:t>Critical analysis is really important because it moves beyond a purely descriptive essay to a deeper, more evaluative essay of the current literature. </a:t>
            </a:r>
          </a:p>
          <a:p>
            <a:pPr marL="171450" indent="-171450">
              <a:buFont typeface="Arial" panose="020B0604020202020204" pitchFamily="34" charset="0"/>
              <a:buChar char="•"/>
            </a:pPr>
            <a:r>
              <a:rPr lang="en-GB" dirty="0"/>
              <a:t>There are lots of ways to do this, and to critically analyse a theory, or a study.</a:t>
            </a:r>
          </a:p>
          <a:p>
            <a:pPr marL="171450" indent="-171450">
              <a:buFont typeface="Arial" panose="020B0604020202020204" pitchFamily="34" charset="0"/>
              <a:buChar char="•"/>
            </a:pPr>
            <a:r>
              <a:rPr lang="en-GB" dirty="0"/>
              <a:t>You can discuss the strengths and weaknesses of theories (you’ll probably already be doing this in your criminological theories course)</a:t>
            </a:r>
          </a:p>
          <a:p>
            <a:pPr marL="628650" lvl="1" indent="-171450">
              <a:buFont typeface="Arial" panose="020B0604020202020204" pitchFamily="34" charset="0"/>
              <a:buChar char="•"/>
            </a:pPr>
            <a:r>
              <a:rPr lang="en-GB" dirty="0"/>
              <a:t>You can do so by critiquing the concepts, assumptions, mechanisms</a:t>
            </a:r>
          </a:p>
          <a:p>
            <a:pPr marL="171450" indent="-171450">
              <a:buFont typeface="Arial" panose="020B0604020202020204" pitchFamily="34" charset="0"/>
              <a:buChar char="•"/>
            </a:pPr>
            <a:r>
              <a:rPr lang="en-GB" dirty="0"/>
              <a:t>You can also think of the strengths and weaknesses of empirical work (which you’ll also probably be already doing in your criminological research course) and you can think about a lot of different things, like the suitability of methods in answering the research question, the validity and reliability of measurements, you can think about sampling limitations and implications for generalisability, and think about the conclusions which are drawn and the justifications for the conclusions, and whether they are justified.</a:t>
            </a:r>
          </a:p>
          <a:p>
            <a:pPr marL="171450" indent="-171450">
              <a:buFont typeface="Arial" panose="020B0604020202020204" pitchFamily="34" charset="0"/>
              <a:buChar char="•"/>
            </a:pPr>
            <a:r>
              <a:rPr lang="en-GB" dirty="0"/>
              <a:t>A second way to show critical analysis is to identify supporting or discrediting evidence. There is often conflicting evidence and the best essays will acknowledge and will go beyond just describing them and try to explain or reconcile them.</a:t>
            </a:r>
          </a:p>
          <a:p>
            <a:pPr marL="628650" lvl="1" indent="-171450">
              <a:buFont typeface="Arial" panose="020B0604020202020204" pitchFamily="34" charset="0"/>
              <a:buChar char="•"/>
            </a:pPr>
            <a:r>
              <a:rPr lang="en-GB" dirty="0"/>
              <a:t>Could ask whether there was differences in the methods or differences in the samples or in analytical techniques and try to show originality to contribute to the wider discussion</a:t>
            </a:r>
          </a:p>
          <a:p>
            <a:pPr marL="171450" indent="-171450">
              <a:buFont typeface="Arial" panose="020B0604020202020204" pitchFamily="34" charset="0"/>
              <a:buChar char="•"/>
            </a:pPr>
            <a:r>
              <a:rPr lang="en-GB" dirty="0"/>
              <a:t>A third way to show critical analysis is to identify gaps or uncertainties in the research. Something that is becoming increasing common is the awareness of the lack of knowledge generated from the Global South (you’ll probably be able to tell from your reading lists that most criminological research is centred around Western, and white cultures) – so starting to think about what this means for the general applicability of research </a:t>
            </a:r>
          </a:p>
          <a:p>
            <a:pPr marL="171450" indent="-171450">
              <a:buFont typeface="Arial" panose="020B0604020202020204" pitchFamily="34" charset="0"/>
              <a:buChar char="•"/>
            </a:pPr>
            <a:r>
              <a:rPr lang="en-GB" dirty="0"/>
              <a:t>Finally, you can show critical analysis by engaging with counter-arguments and to think through the implications of each and the implications for your own arguments. </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16</a:t>
            </a:fld>
            <a:endParaRPr lang="en-GB" altLang="en-US"/>
          </a:p>
        </p:txBody>
      </p:sp>
    </p:spTree>
    <p:extLst>
      <p:ext uri="{BB962C8B-B14F-4D97-AF65-F5344CB8AC3E}">
        <p14:creationId xmlns:p14="http://schemas.microsoft.com/office/powerpoint/2010/main" val="42547888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definitely me, but might be some of you too. So I’m going to talk through a couple of techniques that might make it a bit easier</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17</a:t>
            </a:fld>
            <a:endParaRPr lang="en-GB" altLang="en-US"/>
          </a:p>
        </p:txBody>
      </p:sp>
    </p:spTree>
    <p:extLst>
      <p:ext uri="{BB962C8B-B14F-4D97-AF65-F5344CB8AC3E}">
        <p14:creationId xmlns:p14="http://schemas.microsoft.com/office/powerpoint/2010/main" val="8727933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 may lose marks because of poor expression and writing style, which happens often but is often neglected. So it’s important to consider:</a:t>
            </a:r>
          </a:p>
          <a:p>
            <a:pPr marL="628650" lvl="1" indent="-171450">
              <a:buFont typeface="Arial" panose="020B0604020202020204" pitchFamily="34" charset="0"/>
              <a:buChar char="•"/>
            </a:pPr>
            <a:r>
              <a:rPr lang="en-GB" dirty="0"/>
              <a:t>Is your essay easy to read?</a:t>
            </a:r>
          </a:p>
          <a:p>
            <a:pPr marL="628650" lvl="1" indent="-171450">
              <a:buFont typeface="Arial" panose="020B0604020202020204" pitchFamily="34" charset="0"/>
              <a:buChar char="•"/>
            </a:pPr>
            <a:r>
              <a:rPr lang="en-GB" dirty="0"/>
              <a:t>Is it written in a style which flows smoothly and logically from one issue to the next? </a:t>
            </a:r>
          </a:p>
          <a:p>
            <a:pPr marL="628650" lvl="1" indent="-171450">
              <a:buFont typeface="Arial" panose="020B0604020202020204" pitchFamily="34" charset="0"/>
              <a:buChar char="•"/>
            </a:pPr>
            <a:r>
              <a:rPr lang="en-GB" dirty="0"/>
              <a:t>Does it communicate your ideas clearly?</a:t>
            </a:r>
          </a:p>
          <a:p>
            <a:pPr marL="628650" lvl="1" indent="-171450">
              <a:buFont typeface="Arial" panose="020B0604020202020204" pitchFamily="34" charset="0"/>
              <a:buChar char="•"/>
            </a:pPr>
            <a:r>
              <a:rPr lang="en-GB" dirty="0"/>
              <a:t>Having someone else read through your work, particularly someone who is not as familiar with the topics as you are, can be very helpful in checking for clarity. With this, it’s okay to ask family members or friends, but be careful when sharing essays between you as a cohort, as you want to ensure you avoid collusion or plagiarism.</a:t>
            </a:r>
          </a:p>
          <a:p>
            <a:pPr marL="171450" indent="-171450">
              <a:buFont typeface="Arial" panose="020B0604020202020204" pitchFamily="34" charset="0"/>
              <a:buChar char="•"/>
            </a:pPr>
            <a:r>
              <a:rPr lang="en-GB" dirty="0"/>
              <a:t>You also want to ensure your writing has </a:t>
            </a:r>
            <a:r>
              <a:rPr lang="en-GB" b="1" u="sng" dirty="0"/>
              <a:t>continuity</a:t>
            </a:r>
            <a:r>
              <a:rPr lang="en-GB" dirty="0"/>
              <a:t> – which is the logical consistency of expression throughout the piece of work</a:t>
            </a:r>
          </a:p>
          <a:p>
            <a:pPr marL="628650" lvl="1" indent="-171450">
              <a:buFont typeface="Arial" panose="020B0604020202020204" pitchFamily="34" charset="0"/>
              <a:buChar char="•"/>
            </a:pPr>
            <a:r>
              <a:rPr lang="en-GB" dirty="0"/>
              <a:t>One way to achieve this is to use the last sentence of the previous paragraph to transition to the next one</a:t>
            </a:r>
          </a:p>
          <a:p>
            <a:pPr marL="628650" lvl="1" indent="-171450">
              <a:buFont typeface="Arial" panose="020B0604020202020204" pitchFamily="34" charset="0"/>
              <a:buChar char="•"/>
            </a:pPr>
            <a:r>
              <a:rPr lang="en-GB" dirty="0"/>
              <a:t>Using sentences to provide continuity can break up the monotony of relying entirely on transition words, but these remain important anyway</a:t>
            </a:r>
          </a:p>
          <a:p>
            <a:pPr marL="1085850" lvl="2" indent="-171450">
              <a:buFont typeface="Arial" panose="020B0604020202020204" pitchFamily="34" charset="0"/>
              <a:buChar char="•"/>
            </a:pPr>
            <a:r>
              <a:rPr lang="en-GB" dirty="0"/>
              <a:t>When transitioning, you want to avoid constantly saying ‘however’ ‘however’ ‘however’ and should look for other phrases that extend both your vocabulary and also make a more clear link</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dirty="0"/>
              <a:t>Second, the three C’s (clarity, coherence, and concision):</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dirty="0"/>
              <a:t>Clarity: the main task for a writer is to ensure their readers can effortlessly understand the main ideas of the essay </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dirty="0"/>
              <a:t>Coherence: the goal of coherent writing is to ensure the smooth flow of ideas. The reader should be able to follow your writing without expending too much effort</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dirty="0"/>
              <a:t>Conciseness: always convey your ideas with as few words as possible</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dirty="0"/>
              <a:t>Try to avoid complex, lengthy sentences and long paragraphs. In doing so, you want to be precise.</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dirty="0"/>
              <a:t>Concision looks to communicate information in as few words but precision looks to communicate all the required information.</a:t>
            </a:r>
          </a:p>
          <a:p>
            <a:pPr marL="171450" indent="-171450">
              <a:buFont typeface="Arial" panose="020B0604020202020204" pitchFamily="34" charset="0"/>
              <a:buChar char="•"/>
            </a:pPr>
            <a:r>
              <a:rPr lang="en-GB" b="0" i="0" dirty="0">
                <a:solidFill>
                  <a:srgbClr val="212121"/>
                </a:solidFill>
                <a:effectLst/>
                <a:latin typeface="Fira Sans" panose="020B0604020202020204" pitchFamily="34" charset="0"/>
              </a:rPr>
              <a:t>A variety of sentence structures can also help to provide a smooth, engaging reading experience. Alternate between simple, compound, and complex sentences.</a:t>
            </a:r>
          </a:p>
          <a:p>
            <a:pPr marL="628650" lvl="1" indent="-171450">
              <a:buFont typeface="Arial" panose="020B0604020202020204" pitchFamily="34" charset="0"/>
              <a:buChar char="•"/>
            </a:pPr>
            <a:r>
              <a:rPr lang="en-GB" b="0" i="0" dirty="0">
                <a:solidFill>
                  <a:srgbClr val="212121"/>
                </a:solidFill>
                <a:effectLst/>
                <a:latin typeface="Fira Sans" panose="020B0604020202020204" pitchFamily="34" charset="0"/>
              </a:rPr>
              <a:t>Having grammatically correct sentences is important but it’s more important to consider how they read and feel to the read. Do you have three really long sentences back-to-back which will exhaust the reader, or is there a lot of short, simple sentences which can feel abrupt, or choppy?</a:t>
            </a:r>
          </a:p>
          <a:p>
            <a:pPr marL="628650" lvl="1" indent="-171450">
              <a:buFont typeface="Arial" panose="020B0604020202020204" pitchFamily="34" charset="0"/>
              <a:buChar char="•"/>
            </a:pPr>
            <a:r>
              <a:rPr lang="en-GB" b="0" i="0" dirty="0">
                <a:solidFill>
                  <a:srgbClr val="212121"/>
                </a:solidFill>
                <a:effectLst/>
                <a:latin typeface="Fira Sans" panose="020B0604020202020204" pitchFamily="34" charset="0"/>
              </a:rPr>
              <a:t>The easiest way to check this is to read it out loud and you will immediately realise any issues if you’re struggling to read a sentence all in one go</a:t>
            </a:r>
          </a:p>
          <a:p>
            <a:pPr marL="1085850" lvl="2" indent="-171450">
              <a:buFont typeface="Arial" panose="020B0604020202020204" pitchFamily="34" charset="0"/>
              <a:buChar char="•"/>
            </a:pPr>
            <a:r>
              <a:rPr lang="en-GB" b="0" i="0" dirty="0">
                <a:solidFill>
                  <a:srgbClr val="212121"/>
                </a:solidFill>
                <a:effectLst/>
                <a:latin typeface="Fira Sans" panose="020B0604020202020204" pitchFamily="34" charset="0"/>
              </a:rPr>
              <a:t>This also helps you to realise if you use a lot of the same words and if it feels repetitive </a:t>
            </a:r>
            <a:endParaRPr lang="en-GB" dirty="0"/>
          </a:p>
          <a:p>
            <a:pPr marL="171450" indent="-171450">
              <a:buFont typeface="Arial" panose="020B0604020202020204" pitchFamily="34" charset="0"/>
              <a:buChar char="•"/>
            </a:pPr>
            <a:r>
              <a:rPr lang="en-GB" dirty="0"/>
              <a:t>Try to use plain English. You’re more likely to be marked down if you’re trying to be overly academic and are being too flamboyant or are difficult to comprehend than if writing clearly and coherently.</a:t>
            </a:r>
          </a:p>
          <a:p>
            <a:pPr marL="628650" lvl="1" indent="-171450">
              <a:buFont typeface="Arial" panose="020B0604020202020204" pitchFamily="34" charset="0"/>
              <a:buChar char="•"/>
            </a:pPr>
            <a:r>
              <a:rPr lang="en-GB" dirty="0"/>
              <a:t>This is particularly important when paraphrasing, don’t overdo it just because you’re avoiding plagiarism. If you can’t explain what the source says clearly, just quote it directly.</a:t>
            </a:r>
          </a:p>
          <a:p>
            <a:pPr marL="171450" indent="-171450">
              <a:buFont typeface="Arial" panose="020B0604020202020204" pitchFamily="34" charset="0"/>
              <a:buChar char="•"/>
            </a:pPr>
            <a:r>
              <a:rPr lang="en-GB" dirty="0"/>
              <a:t>Try to consider your tone of voice and whether it is active or passive (when a sentence is in the active voice, the subject is the one doing the action expressed by the verb. When it is passive, the subject is the person/thing that is acted on or affected by the verb’s action).</a:t>
            </a:r>
          </a:p>
          <a:p>
            <a:pPr marL="628650" lvl="1" indent="-171450">
              <a:buFont typeface="Arial" panose="020B0604020202020204" pitchFamily="34" charset="0"/>
              <a:buChar char="•"/>
            </a:pPr>
            <a:r>
              <a:rPr lang="en-GB" b="0" i="0" dirty="0">
                <a:solidFill>
                  <a:srgbClr val="BDC1C6"/>
                </a:solidFill>
                <a:effectLst/>
                <a:latin typeface="arial" panose="020B0604020202020204" pitchFamily="34" charset="0"/>
              </a:rPr>
              <a:t>Active voice: </a:t>
            </a:r>
            <a:r>
              <a:rPr lang="en-GB" b="1" i="0" dirty="0">
                <a:solidFill>
                  <a:srgbClr val="BDC1C6"/>
                </a:solidFill>
                <a:effectLst/>
                <a:latin typeface="arial" panose="020B0604020202020204" pitchFamily="34" charset="0"/>
              </a:rPr>
              <a:t>The cat was chasing the mouse</a:t>
            </a:r>
            <a:r>
              <a:rPr lang="en-GB" b="0" i="0" dirty="0">
                <a:solidFill>
                  <a:srgbClr val="BDC1C6"/>
                </a:solidFill>
                <a:effectLst/>
                <a:latin typeface="arial" panose="020B0604020202020204" pitchFamily="34" charset="0"/>
              </a:rPr>
              <a:t>. In this sentence, 'the cat' is the subject, 'was chasing' is the verb and 'the mouse' is the object. </a:t>
            </a:r>
          </a:p>
          <a:p>
            <a:pPr marL="628650" lvl="1" indent="-171450">
              <a:buFont typeface="Arial" panose="020B0604020202020204" pitchFamily="34" charset="0"/>
              <a:buChar char="•"/>
            </a:pPr>
            <a:r>
              <a:rPr lang="en-GB" b="0" i="0" dirty="0">
                <a:solidFill>
                  <a:srgbClr val="BDC1C6"/>
                </a:solidFill>
                <a:effectLst/>
                <a:latin typeface="arial" panose="020B0604020202020204" pitchFamily="34" charset="0"/>
              </a:rPr>
              <a:t>Passive voice: The mouse was being chased by the cat.</a:t>
            </a:r>
            <a:endParaRPr lang="en-GB" dirty="0"/>
          </a:p>
          <a:p>
            <a:pPr marL="171450" indent="-171450">
              <a:buFont typeface="Arial" panose="020B0604020202020204" pitchFamily="34" charset="0"/>
              <a:buChar char="•"/>
            </a:pPr>
            <a:r>
              <a:rPr lang="en-GB" dirty="0"/>
              <a:t>Tell a story: to create a story in academic writing, you can aim to structure the essay around four different sections: exposition, rising action, climax and resolution</a:t>
            </a:r>
          </a:p>
          <a:p>
            <a:pPr marL="628650" lvl="1" indent="-171450" algn="l">
              <a:buFont typeface="Arial" panose="020B0604020202020204" pitchFamily="34" charset="0"/>
              <a:buChar char="•"/>
            </a:pPr>
            <a:r>
              <a:rPr lang="en-GB" b="1" i="0" dirty="0">
                <a:solidFill>
                  <a:srgbClr val="000000"/>
                </a:solidFill>
                <a:effectLst/>
                <a:latin typeface="georgia" panose="02040502050405020303" pitchFamily="18" charset="0"/>
              </a:rPr>
              <a:t>Exposition:</a:t>
            </a:r>
            <a:r>
              <a:rPr lang="en-GB" b="0" i="0" dirty="0">
                <a:solidFill>
                  <a:srgbClr val="000000"/>
                </a:solidFill>
                <a:effectLst/>
                <a:latin typeface="georgia" panose="02040502050405020303" pitchFamily="18" charset="0"/>
              </a:rPr>
              <a:t> Introduce the issue and the argument you want to develop.</a:t>
            </a:r>
          </a:p>
          <a:p>
            <a:pPr marL="628650" lvl="1" indent="-171450" algn="l">
              <a:buFont typeface="Arial" panose="020B0604020202020204" pitchFamily="34" charset="0"/>
              <a:buChar char="•"/>
            </a:pPr>
            <a:r>
              <a:rPr lang="en-GB" b="1" i="0" dirty="0">
                <a:solidFill>
                  <a:srgbClr val="000000"/>
                </a:solidFill>
                <a:effectLst/>
                <a:latin typeface="georgia" panose="02040502050405020303" pitchFamily="18" charset="0"/>
              </a:rPr>
              <a:t>Rising Action:</a:t>
            </a:r>
            <a:r>
              <a:rPr lang="en-GB" b="0" i="0" dirty="0">
                <a:solidFill>
                  <a:srgbClr val="000000"/>
                </a:solidFill>
                <a:effectLst/>
                <a:latin typeface="georgia" panose="02040502050405020303" pitchFamily="18" charset="0"/>
              </a:rPr>
              <a:t> To build tension, arrange your arguments to build in strength. How each point builds upon the previous one should be clear. </a:t>
            </a:r>
          </a:p>
          <a:p>
            <a:pPr marL="628650" lvl="1" indent="-171450" algn="l">
              <a:buFont typeface="Arial" panose="020B0604020202020204" pitchFamily="34" charset="0"/>
              <a:buChar char="•"/>
            </a:pPr>
            <a:r>
              <a:rPr lang="en-GB" b="1" i="0" dirty="0">
                <a:solidFill>
                  <a:srgbClr val="000000"/>
                </a:solidFill>
                <a:effectLst/>
                <a:latin typeface="georgia" panose="02040502050405020303" pitchFamily="18" charset="0"/>
              </a:rPr>
              <a:t>Climax: </a:t>
            </a:r>
            <a:r>
              <a:rPr lang="en-GB" b="0" i="0" dirty="0">
                <a:solidFill>
                  <a:srgbClr val="000000"/>
                </a:solidFill>
                <a:effectLst/>
                <a:latin typeface="georgia" panose="02040502050405020303" pitchFamily="18" charset="0"/>
              </a:rPr>
              <a:t>At the climax, reveal your most convincing reasoning and evidence.</a:t>
            </a:r>
          </a:p>
          <a:p>
            <a:pPr marL="628650" lvl="1" indent="-171450" algn="l">
              <a:buFont typeface="Arial" panose="020B0604020202020204" pitchFamily="34" charset="0"/>
              <a:buChar char="•"/>
            </a:pPr>
            <a:r>
              <a:rPr lang="en-GB" b="1" i="0" dirty="0">
                <a:solidFill>
                  <a:srgbClr val="000000"/>
                </a:solidFill>
                <a:effectLst/>
                <a:latin typeface="georgia" panose="02040502050405020303" pitchFamily="18" charset="0"/>
              </a:rPr>
              <a:t>Resolution: </a:t>
            </a:r>
            <a:r>
              <a:rPr lang="en-GB" b="0" i="0" dirty="0">
                <a:solidFill>
                  <a:srgbClr val="000000"/>
                </a:solidFill>
                <a:effectLst/>
                <a:latin typeface="georgia" panose="02040502050405020303" pitchFamily="18" charset="0"/>
              </a:rPr>
              <a:t>In the resolution, the final phase, summarize your arguments, emphasizing the significance of the issue.</a:t>
            </a:r>
          </a:p>
          <a:p>
            <a:pPr marL="628650" lvl="1" indent="-171450">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18</a:t>
            </a:fld>
            <a:endParaRPr lang="en-GB" altLang="en-US"/>
          </a:p>
        </p:txBody>
      </p:sp>
    </p:spTree>
    <p:extLst>
      <p:ext uri="{BB962C8B-B14F-4D97-AF65-F5344CB8AC3E}">
        <p14:creationId xmlns:p14="http://schemas.microsoft.com/office/powerpoint/2010/main" val="13007352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This is all in your handbook, but it’s helpful to just summarise some of it here as well:</a:t>
            </a:r>
          </a:p>
          <a:p>
            <a:pPr marL="171450" indent="-171450">
              <a:buFont typeface="Arial" panose="020B0604020202020204" pitchFamily="34" charset="0"/>
              <a:buChar char="•"/>
            </a:pPr>
            <a:r>
              <a:rPr lang="en-GB" dirty="0"/>
              <a:t>Essays must be word-processed </a:t>
            </a:r>
          </a:p>
          <a:p>
            <a:pPr marL="171450" indent="-171450">
              <a:buFont typeface="Arial" panose="020B0604020202020204" pitchFamily="34" charset="0"/>
              <a:buChar char="•"/>
            </a:pPr>
            <a:r>
              <a:rPr lang="en-GB" dirty="0"/>
              <a:t>They should be:</a:t>
            </a:r>
          </a:p>
          <a:p>
            <a:pPr marL="628650" lvl="1" indent="-171450">
              <a:buFont typeface="Arial" panose="020B0604020202020204" pitchFamily="34" charset="0"/>
              <a:buChar char="•"/>
            </a:pPr>
            <a:r>
              <a:rPr lang="en-GB" dirty="0"/>
              <a:t>In A4 portrait format </a:t>
            </a:r>
          </a:p>
          <a:p>
            <a:pPr marL="628650" lvl="1" indent="-171450">
              <a:buFont typeface="Arial" panose="020B0604020202020204" pitchFamily="34" charset="0"/>
              <a:buChar char="•"/>
            </a:pPr>
            <a:r>
              <a:rPr lang="en-GB" dirty="0"/>
              <a:t>Size 12 font </a:t>
            </a:r>
          </a:p>
          <a:p>
            <a:pPr marL="628650" lvl="1" indent="-171450">
              <a:buFont typeface="Arial" panose="020B0604020202020204" pitchFamily="34" charset="0"/>
              <a:buChar char="•"/>
            </a:pPr>
            <a:r>
              <a:rPr lang="en-GB" dirty="0"/>
              <a:t>At least 1.5 line spacing</a:t>
            </a:r>
          </a:p>
          <a:p>
            <a:pPr marL="628650" lvl="1" indent="-171450">
              <a:buFont typeface="Arial" panose="020B0604020202020204" pitchFamily="34" charset="0"/>
              <a:buChar char="•"/>
            </a:pPr>
            <a:r>
              <a:rPr lang="en-GB" dirty="0"/>
              <a:t>Page numbers</a:t>
            </a:r>
          </a:p>
          <a:p>
            <a:pPr marL="171450" indent="-171450">
              <a:buFont typeface="Arial" panose="020B0604020202020204" pitchFamily="34" charset="0"/>
              <a:buChar char="•"/>
            </a:pPr>
            <a:r>
              <a:rPr lang="en-GB" dirty="0"/>
              <a:t>They should include:</a:t>
            </a:r>
          </a:p>
          <a:p>
            <a:pPr marL="628650" lvl="1" indent="-171450">
              <a:buFont typeface="Arial" panose="020B0604020202020204" pitchFamily="34" charset="0"/>
              <a:buChar char="•"/>
            </a:pPr>
            <a:r>
              <a:rPr lang="en-GB" dirty="0"/>
              <a:t>A title page (name of the course and number and title of essay question) (in the centre)</a:t>
            </a:r>
          </a:p>
          <a:p>
            <a:pPr marL="628650" lvl="1" indent="-171450">
              <a:buFont typeface="Arial" panose="020B0604020202020204" pitchFamily="34" charset="0"/>
              <a:buChar char="•"/>
            </a:pPr>
            <a:r>
              <a:rPr lang="en-GB" dirty="0"/>
              <a:t>Your candidate number (top right-hand corner)</a:t>
            </a:r>
          </a:p>
          <a:p>
            <a:pPr marL="171450" indent="-171450">
              <a:buFont typeface="Arial" panose="020B0604020202020204" pitchFamily="34" charset="0"/>
              <a:buChar char="•"/>
            </a:pPr>
            <a:endParaRPr lang="en-GB" dirty="0"/>
          </a:p>
          <a:p>
            <a:pPr marL="171450" indent="-171450">
              <a:buFont typeface="Arial" panose="020B0604020202020204" pitchFamily="34" charset="0"/>
              <a:buChar char="•"/>
            </a:pPr>
            <a:r>
              <a:rPr lang="en-GB" dirty="0"/>
              <a:t>Do not include your name anywhere else on the essay.</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19</a:t>
            </a:fld>
            <a:endParaRPr lang="en-GB" altLang="en-US"/>
          </a:p>
        </p:txBody>
      </p:sp>
    </p:spTree>
    <p:extLst>
      <p:ext uri="{BB962C8B-B14F-4D97-AF65-F5344CB8AC3E}">
        <p14:creationId xmlns:p14="http://schemas.microsoft.com/office/powerpoint/2010/main" val="24897100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You can include tables and figures in your essays, and are encouraged to do so when they can help convey or clearly articulate your arguments/discussion. </a:t>
            </a:r>
          </a:p>
          <a:p>
            <a:pPr marL="628650" lvl="1" indent="-171450">
              <a:buFont typeface="Arial" panose="020B0604020202020204" pitchFamily="34" charset="0"/>
              <a:buChar char="•"/>
            </a:pPr>
            <a:r>
              <a:rPr lang="en-GB" dirty="0"/>
              <a:t>This might be something that is important when you do your SSRMP essay for those of you doing Crim 2.</a:t>
            </a:r>
          </a:p>
          <a:p>
            <a:pPr marL="171450" indent="-171450">
              <a:buFont typeface="Arial" panose="020B0604020202020204" pitchFamily="34" charset="0"/>
              <a:buChar char="•"/>
            </a:pPr>
            <a:r>
              <a:rPr lang="en-GB" dirty="0"/>
              <a:t>Tables and figures will not count towards your word count. </a:t>
            </a:r>
          </a:p>
          <a:p>
            <a:pPr marL="171450" indent="-171450">
              <a:buFont typeface="Arial" panose="020B0604020202020204" pitchFamily="34" charset="0"/>
              <a:buChar char="•"/>
            </a:pPr>
            <a:r>
              <a:rPr lang="en-GB" dirty="0"/>
              <a:t>However, you should use tables and figures effectively and efficiently. Failure to do so could affect your mark.</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21</a:t>
            </a:fld>
            <a:endParaRPr lang="en-GB" altLang="en-US"/>
          </a:p>
        </p:txBody>
      </p:sp>
    </p:spTree>
    <p:extLst>
      <p:ext uri="{BB962C8B-B14F-4D97-AF65-F5344CB8AC3E}">
        <p14:creationId xmlns:p14="http://schemas.microsoft.com/office/powerpoint/2010/main" val="41129124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Make sure you start early enough so that you can allow yourself sufficient time to edit and do any rewriting if necessary. </a:t>
            </a:r>
          </a:p>
          <a:p>
            <a:pPr marL="171450" indent="-171450">
              <a:buFont typeface="Arial" panose="020B0604020202020204" pitchFamily="34" charset="0"/>
              <a:buChar char="•"/>
            </a:pPr>
            <a:r>
              <a:rPr lang="en-GB" dirty="0"/>
              <a:t>Allowing plenty of time also gives you the opportunity to go back to talk to your supervisor about your essay.</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22</a:t>
            </a:fld>
            <a:endParaRPr lang="en-GB" altLang="en-US"/>
          </a:p>
        </p:txBody>
      </p:sp>
    </p:spTree>
    <p:extLst>
      <p:ext uri="{BB962C8B-B14F-4D97-AF65-F5344CB8AC3E}">
        <p14:creationId xmlns:p14="http://schemas.microsoft.com/office/powerpoint/2010/main" val="28528224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All your assignments should include a separate reference list. </a:t>
            </a:r>
          </a:p>
          <a:p>
            <a:pPr marL="171450" indent="-171450">
              <a:buFont typeface="Arial" panose="020B0604020202020204" pitchFamily="34" charset="0"/>
              <a:buChar char="•"/>
            </a:pPr>
            <a:r>
              <a:rPr lang="en-GB" dirty="0"/>
              <a:t>Your reference list should come at the end of the essay and does not count towards your word count. </a:t>
            </a:r>
          </a:p>
          <a:p>
            <a:pPr marL="171450" indent="-171450">
              <a:buFont typeface="Arial" panose="020B0604020202020204" pitchFamily="34" charset="0"/>
              <a:buChar char="•"/>
            </a:pPr>
            <a:r>
              <a:rPr lang="en-GB" dirty="0"/>
              <a:t>You should reference only the work which has been cited in your essay (or presentation, as you need to reference for those too). You do not need to include works, papers, books which you read but then never included.</a:t>
            </a:r>
          </a:p>
          <a:p>
            <a:pPr marL="171450" indent="-171450">
              <a:buFont typeface="Arial" panose="020B0604020202020204" pitchFamily="34" charset="0"/>
              <a:buChar char="•"/>
            </a:pPr>
            <a:r>
              <a:rPr lang="en-GB" dirty="0"/>
              <a:t>Importantly, you can use any style of referencing which you are comfortable with (e.g. APA, Harvard), but it must remain consistent throughout the whole essay. </a:t>
            </a:r>
          </a:p>
          <a:p>
            <a:pPr marL="171450" indent="-171450">
              <a:buFont typeface="Arial" panose="020B0604020202020204" pitchFamily="34" charset="0"/>
              <a:buChar char="•"/>
            </a:pPr>
            <a:r>
              <a:rPr lang="en-GB" dirty="0"/>
              <a:t>However, references included in footnotes will count towards your word count, so although it is not wrong to include references in footnotes, I would suggest that you only use footnotes for key asides or points of clarification and put your references in the list at the end.</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23</a:t>
            </a:fld>
            <a:endParaRPr lang="en-GB" altLang="en-US"/>
          </a:p>
        </p:txBody>
      </p:sp>
    </p:spTree>
    <p:extLst>
      <p:ext uri="{BB962C8B-B14F-4D97-AF65-F5344CB8AC3E}">
        <p14:creationId xmlns:p14="http://schemas.microsoft.com/office/powerpoint/2010/main" val="40760239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You probably all know about plagiarism, but it’s important just to reinforce it here and other forms of academic misconduct to outline how the university takes it very seriously.</a:t>
            </a:r>
          </a:p>
          <a:p>
            <a:pPr marL="171450" indent="-171450">
              <a:buFont typeface="Arial" panose="020B0604020202020204" pitchFamily="34" charset="0"/>
              <a:buChar char="•"/>
            </a:pPr>
            <a:r>
              <a:rPr lang="en-GB" dirty="0"/>
              <a:t>Plagiarism occurs when people draw on or directly replicate someone else’s work and, whether intentionally or not, pass that work off as their own. </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dirty="0"/>
              <a:t>You are expected to submit original work for your assessments and to acknowledge all sources upon which you draw. </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GB" dirty="0"/>
              <a:t>Failure to do so is both an example of poor scholarship and a breach of academic integrity</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endParaRPr lang="en-GB" dirty="0"/>
          </a:p>
          <a:p>
            <a:pPr marL="171450" indent="-171450">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24</a:t>
            </a:fld>
            <a:endParaRPr lang="en-GB" altLang="en-US"/>
          </a:p>
        </p:txBody>
      </p:sp>
    </p:spTree>
    <p:extLst>
      <p:ext uri="{BB962C8B-B14F-4D97-AF65-F5344CB8AC3E}">
        <p14:creationId xmlns:p14="http://schemas.microsoft.com/office/powerpoint/2010/main" val="42041632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You have the opportunity to do a practice essay in the first few weeks of the course. </a:t>
            </a:r>
          </a:p>
          <a:p>
            <a:pPr marL="171450" indent="-171450">
              <a:buFont typeface="Arial" panose="020B0604020202020204" pitchFamily="34" charset="0"/>
              <a:buChar char="•"/>
            </a:pPr>
            <a:r>
              <a:rPr lang="en-GB" dirty="0"/>
              <a:t>Here are the questions that you can choose from. </a:t>
            </a:r>
          </a:p>
          <a:p>
            <a:pPr marL="171450" indent="-171450">
              <a:buFont typeface="Arial" panose="020B0604020202020204" pitchFamily="34" charset="0"/>
              <a:buChar char="•"/>
            </a:pPr>
            <a:r>
              <a:rPr lang="en-GB" dirty="0"/>
              <a:t>It’s 1,500 words and doesn’t go towards your grade or anything, but I would highly recommend doing one, because it gives you the opportunity to get the first one under your belt (to implement some of the things we have been talking about) but also to get an idea of how it is marked. </a:t>
            </a:r>
          </a:p>
          <a:p>
            <a:pPr marL="171450" indent="-171450">
              <a:buFont typeface="Arial" panose="020B0604020202020204" pitchFamily="34" charset="0"/>
              <a:buChar char="•"/>
            </a:pPr>
            <a:r>
              <a:rPr lang="en-GB" dirty="0"/>
              <a:t>You have until the 1</a:t>
            </a:r>
            <a:r>
              <a:rPr lang="en-GB" baseline="30000" dirty="0"/>
              <a:t>st</a:t>
            </a:r>
            <a:r>
              <a:rPr lang="en-GB" dirty="0"/>
              <a:t> November at midday to submit it. </a:t>
            </a:r>
          </a:p>
          <a:p>
            <a:pPr marL="171450" indent="-171450">
              <a:buFont typeface="Arial" panose="020B0604020202020204" pitchFamily="34" charset="0"/>
              <a:buChar char="•"/>
            </a:pPr>
            <a:r>
              <a:rPr lang="en-GB" dirty="0"/>
              <a:t>You should work closely with your supervisor when preparing for this practice essay but also all your other essays. You can talk to them about what you’re thinking of arguing, what you might have missed, key texts and then for the practice essay, they’ll mark it and give you feedback.</a:t>
            </a:r>
          </a:p>
          <a:p>
            <a:pPr marL="171450" indent="-171450">
              <a:buFont typeface="Arial" panose="020B0604020202020204" pitchFamily="34" charset="0"/>
              <a:buChar char="•"/>
            </a:pPr>
            <a:r>
              <a:rPr lang="en-GB" dirty="0"/>
              <a:t>It’s important to remember that your first essay doesn’t have to be perfect but it provides a good opportunity to practice and to see how the mark scheme works.</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25</a:t>
            </a:fld>
            <a:endParaRPr lang="en-GB" altLang="en-US"/>
          </a:p>
        </p:txBody>
      </p:sp>
    </p:spTree>
    <p:extLst>
      <p:ext uri="{BB962C8B-B14F-4D97-AF65-F5344CB8AC3E}">
        <p14:creationId xmlns:p14="http://schemas.microsoft.com/office/powerpoint/2010/main" val="8021771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eaLnBrk="1" hangingPunct="1">
              <a:buFont typeface="+mj-lt"/>
              <a:buAutoNum type="arabicPeriod"/>
            </a:pPr>
            <a:r>
              <a:rPr lang="en-GB" b="1" dirty="0"/>
              <a:t>Essay mark scheme </a:t>
            </a:r>
          </a:p>
          <a:p>
            <a:pPr marL="801688" lvl="2" indent="-274638" eaLnBrk="1" hangingPunct="1">
              <a:buFont typeface="Arial" panose="020B0604020202020204" pitchFamily="34" charset="0"/>
              <a:buChar char="•"/>
            </a:pPr>
            <a:r>
              <a:rPr lang="en-GB" dirty="0"/>
              <a:t>Requirements for a strong MPhil essay</a:t>
            </a:r>
          </a:p>
          <a:p>
            <a:pPr marL="801688" lvl="2" indent="-274638" eaLnBrk="1" hangingPunct="1">
              <a:buFont typeface="Arial" panose="020B0604020202020204" pitchFamily="34" charset="0"/>
              <a:buChar char="•"/>
            </a:pPr>
            <a:r>
              <a:rPr lang="en-GB" dirty="0"/>
              <a:t>Common pitfalls to avoid </a:t>
            </a:r>
          </a:p>
          <a:p>
            <a:pPr marL="457200" indent="-457200" eaLnBrk="1" hangingPunct="1">
              <a:buFont typeface="+mj-lt"/>
              <a:buAutoNum type="arabicPeriod"/>
            </a:pPr>
            <a:r>
              <a:rPr lang="en-GB" b="1" dirty="0"/>
              <a:t>General guidance </a:t>
            </a:r>
          </a:p>
          <a:p>
            <a:pPr lvl="2" eaLnBrk="1" hangingPunct="1">
              <a:buFont typeface="Arial" panose="020B0604020202020204" pitchFamily="34" charset="0"/>
              <a:buChar char="•"/>
            </a:pPr>
            <a:r>
              <a:rPr lang="en-GB" dirty="0"/>
              <a:t>Techniques for answering the question </a:t>
            </a:r>
          </a:p>
          <a:p>
            <a:pPr lvl="2" eaLnBrk="1" hangingPunct="1">
              <a:buFont typeface="Arial" panose="020B0604020202020204" pitchFamily="34" charset="0"/>
              <a:buChar char="•"/>
            </a:pPr>
            <a:r>
              <a:rPr lang="en-GB" dirty="0"/>
              <a:t>Methods of structuring the essay </a:t>
            </a:r>
          </a:p>
          <a:p>
            <a:pPr lvl="2" eaLnBrk="1" hangingPunct="1">
              <a:buFont typeface="Arial" panose="020B0604020202020204" pitchFamily="34" charset="0"/>
              <a:buChar char="•"/>
            </a:pPr>
            <a:r>
              <a:rPr lang="en-GB" dirty="0"/>
              <a:t>Ideas for developing content </a:t>
            </a:r>
          </a:p>
          <a:p>
            <a:pPr lvl="2" eaLnBrk="1" hangingPunct="1">
              <a:buFont typeface="Arial" panose="020B0604020202020204" pitchFamily="34" charset="0"/>
              <a:buChar char="•"/>
            </a:pPr>
            <a:r>
              <a:rPr lang="en-GB" dirty="0"/>
              <a:t>Stylistic principles for academic writing</a:t>
            </a:r>
          </a:p>
          <a:p>
            <a:pPr lvl="2" eaLnBrk="1" hangingPunct="1">
              <a:buFont typeface="Arial" panose="020B0604020202020204" pitchFamily="34" charset="0"/>
              <a:buChar char="•"/>
            </a:pPr>
            <a:r>
              <a:rPr lang="en-GB" altLang="en-US" dirty="0"/>
              <a:t>Format and referencing</a:t>
            </a:r>
            <a:endParaRPr lang="en-US" altLang="en-US" dirty="0"/>
          </a:p>
          <a:p>
            <a:endParaRPr lang="en-GB"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26</a:t>
            </a:fld>
            <a:endParaRPr lang="en-GB" altLang="en-US"/>
          </a:p>
        </p:txBody>
      </p:sp>
    </p:spTree>
    <p:extLst>
      <p:ext uri="{BB962C8B-B14F-4D97-AF65-F5344CB8AC3E}">
        <p14:creationId xmlns:p14="http://schemas.microsoft.com/office/powerpoint/2010/main" val="6272225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Library – loads of books in the library on writing, style and structure</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27</a:t>
            </a:fld>
            <a:endParaRPr lang="en-GB" altLang="en-US"/>
          </a:p>
        </p:txBody>
      </p:sp>
    </p:spTree>
    <p:extLst>
      <p:ext uri="{BB962C8B-B14F-4D97-AF65-F5344CB8AC3E}">
        <p14:creationId xmlns:p14="http://schemas.microsoft.com/office/powerpoint/2010/main" val="7038121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5625AB8A-B804-4C05-BD28-FB95C54EF652}"/>
              </a:ext>
            </a:extLst>
          </p:cNvPr>
          <p:cNvSpPr>
            <a:spLocks noChangeArrowheads="1"/>
          </p:cNvSpPr>
          <p:nvPr/>
        </p:nvSpPr>
        <p:spPr bwMode="auto">
          <a:xfrm>
            <a:off x="0" y="5365750"/>
            <a:ext cx="9140825" cy="665163"/>
          </a:xfrm>
          <a:prstGeom prst="rect">
            <a:avLst/>
          </a:prstGeom>
          <a:solidFill>
            <a:srgbClr val="003E72"/>
          </a:solidFill>
          <a:ln>
            <a:noFill/>
          </a:ln>
          <a:effectLst/>
          <a:extLst>
            <a:ext uri="{91240B29-F687-4F45-9708-019B960494DF}">
              <a14:hiddenLine xmlns:a14="http://schemas.microsoft.com/office/drawing/2010/main" w="127">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 name="Rectangle 14">
            <a:extLst>
              <a:ext uri="{FF2B5EF4-FFF2-40B4-BE49-F238E27FC236}">
                <a16:creationId xmlns:a16="http://schemas.microsoft.com/office/drawing/2014/main" id="{F7517D6D-681A-4295-9A0D-8CED85D1C217}"/>
              </a:ext>
            </a:extLst>
          </p:cNvPr>
          <p:cNvSpPr>
            <a:spLocks noChangeArrowheads="1"/>
          </p:cNvSpPr>
          <p:nvPr/>
        </p:nvSpPr>
        <p:spPr bwMode="auto">
          <a:xfrm>
            <a:off x="0" y="6030913"/>
            <a:ext cx="9140825" cy="173037"/>
          </a:xfrm>
          <a:prstGeom prst="rect">
            <a:avLst/>
          </a:prstGeom>
          <a:solidFill>
            <a:srgbClr val="6AADE4"/>
          </a:solidFill>
          <a:ln>
            <a:noFill/>
          </a:ln>
          <a:effectLst/>
          <a:extLst>
            <a:ext uri="{91240B29-F687-4F45-9708-019B960494DF}">
              <a14:hiddenLine xmlns:a14="http://schemas.microsoft.com/office/drawing/2010/main" w="127">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122" name="Rectangle 2"/>
          <p:cNvSpPr>
            <a:spLocks noGrp="1" noChangeArrowheads="1"/>
          </p:cNvSpPr>
          <p:nvPr>
            <p:ph type="ctrTitle"/>
          </p:nvPr>
        </p:nvSpPr>
        <p:spPr>
          <a:xfrm>
            <a:off x="384175" y="2016125"/>
            <a:ext cx="8374063" cy="576263"/>
          </a:xfrm>
        </p:spPr>
        <p:txBody>
          <a:bodyPr/>
          <a:lstStyle>
            <a:lvl1pPr>
              <a:defRPr sz="3600"/>
            </a:lvl1pPr>
          </a:lstStyle>
          <a:p>
            <a:pPr lvl="0"/>
            <a:r>
              <a:rPr lang="en-GB" altLang="en-US" noProof="0"/>
              <a:t>Click to edit Master title style</a:t>
            </a:r>
          </a:p>
        </p:txBody>
      </p:sp>
      <p:sp>
        <p:nvSpPr>
          <p:cNvPr id="5123" name="Rectangle 3"/>
          <p:cNvSpPr>
            <a:spLocks noGrp="1" noChangeArrowheads="1"/>
          </p:cNvSpPr>
          <p:nvPr>
            <p:ph type="subTitle" idx="1"/>
          </p:nvPr>
        </p:nvSpPr>
        <p:spPr>
          <a:xfrm>
            <a:off x="384175" y="2774950"/>
            <a:ext cx="8374063" cy="539750"/>
          </a:xfrm>
        </p:spPr>
        <p:txBody>
          <a:bodyPr/>
          <a:lstStyle>
            <a:lvl1pPr marL="0" indent="0">
              <a:buFontTx/>
              <a:buNone/>
              <a:defRPr sz="1800" b="1">
                <a:solidFill>
                  <a:schemeClr val="tx2"/>
                </a:solidFill>
              </a:defRPr>
            </a:lvl1pPr>
          </a:lstStyle>
          <a:p>
            <a:pPr lvl="0"/>
            <a:r>
              <a:rPr lang="en-GB" altLang="en-US" noProof="0"/>
              <a:t>Click to edit Master subtitle style</a:t>
            </a:r>
          </a:p>
        </p:txBody>
      </p:sp>
      <p:sp>
        <p:nvSpPr>
          <p:cNvPr id="6" name="Rectangle 10">
            <a:extLst>
              <a:ext uri="{FF2B5EF4-FFF2-40B4-BE49-F238E27FC236}">
                <a16:creationId xmlns:a16="http://schemas.microsoft.com/office/drawing/2014/main" id="{4E20DC7D-5229-49FD-AE0A-6709536DD943}"/>
              </a:ext>
            </a:extLst>
          </p:cNvPr>
          <p:cNvSpPr>
            <a:spLocks noGrp="1" noChangeArrowheads="1"/>
          </p:cNvSpPr>
          <p:nvPr>
            <p:ph type="sldNum" sz="quarter" idx="10"/>
          </p:nvPr>
        </p:nvSpPr>
        <p:spPr>
          <a:xfrm>
            <a:off x="7862888" y="6448425"/>
            <a:ext cx="900112" cy="179388"/>
          </a:xfrm>
        </p:spPr>
        <p:txBody>
          <a:bodyPr/>
          <a:lstStyle>
            <a:lvl1pPr>
              <a:defRPr>
                <a:solidFill>
                  <a:schemeClr val="tx1"/>
                </a:solidFill>
              </a:defRPr>
            </a:lvl1pPr>
          </a:lstStyle>
          <a:p>
            <a:fld id="{B97AC216-041A-44A4-B5AB-80C1521BAB14}" type="slidenum">
              <a:rPr lang="en-GB" altLang="en-US"/>
              <a:pPr/>
              <a:t>‹#›</a:t>
            </a:fld>
            <a:endParaRPr lang="en-GB" altLang="en-US"/>
          </a:p>
        </p:txBody>
      </p:sp>
    </p:spTree>
    <p:extLst>
      <p:ext uri="{BB962C8B-B14F-4D97-AF65-F5344CB8AC3E}">
        <p14:creationId xmlns:p14="http://schemas.microsoft.com/office/powerpoint/2010/main" val="4084210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D9EA17AB-B8D2-4FBB-8F3A-3C36E1D9E0AE}"/>
              </a:ext>
            </a:extLst>
          </p:cNvPr>
          <p:cNvSpPr>
            <a:spLocks noGrp="1" noChangeArrowheads="1"/>
          </p:cNvSpPr>
          <p:nvPr>
            <p:ph type="sldNum" sz="quarter" idx="10"/>
          </p:nvPr>
        </p:nvSpPr>
        <p:spPr>
          <a:ln/>
        </p:spPr>
        <p:txBody>
          <a:bodyPr/>
          <a:lstStyle>
            <a:lvl1pPr>
              <a:defRPr/>
            </a:lvl1pPr>
          </a:lstStyle>
          <a:p>
            <a:fld id="{2A4D10C6-676A-42AD-AF0A-D202E481C773}" type="slidenum">
              <a:rPr lang="en-GB" altLang="en-US"/>
              <a:pPr/>
              <a:t>‹#›</a:t>
            </a:fld>
            <a:endParaRPr lang="en-GB" altLang="en-US"/>
          </a:p>
        </p:txBody>
      </p:sp>
    </p:spTree>
    <p:extLst>
      <p:ext uri="{BB962C8B-B14F-4D97-AF65-F5344CB8AC3E}">
        <p14:creationId xmlns:p14="http://schemas.microsoft.com/office/powerpoint/2010/main" val="2348688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0FEBCDE6-F095-448E-A91C-5229FB1878E8}"/>
              </a:ext>
            </a:extLst>
          </p:cNvPr>
          <p:cNvSpPr>
            <a:spLocks noGrp="1" noChangeArrowheads="1"/>
          </p:cNvSpPr>
          <p:nvPr>
            <p:ph type="sldNum" sz="quarter" idx="10"/>
          </p:nvPr>
        </p:nvSpPr>
        <p:spPr>
          <a:ln/>
        </p:spPr>
        <p:txBody>
          <a:bodyPr/>
          <a:lstStyle>
            <a:lvl1pPr>
              <a:defRPr/>
            </a:lvl1pPr>
          </a:lstStyle>
          <a:p>
            <a:fld id="{BE9A6FEA-E865-43B0-9CBB-C1502FF683E7}" type="slidenum">
              <a:rPr lang="en-GB" altLang="en-US"/>
              <a:pPr/>
              <a:t>‹#›</a:t>
            </a:fld>
            <a:endParaRPr lang="en-GB" altLang="en-US"/>
          </a:p>
        </p:txBody>
      </p:sp>
    </p:spTree>
    <p:extLst>
      <p:ext uri="{BB962C8B-B14F-4D97-AF65-F5344CB8AC3E}">
        <p14:creationId xmlns:p14="http://schemas.microsoft.com/office/powerpoint/2010/main" val="1224981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384175" y="1708150"/>
            <a:ext cx="4110038" cy="4067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708150"/>
            <a:ext cx="4111625" cy="4067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6">
            <a:extLst>
              <a:ext uri="{FF2B5EF4-FFF2-40B4-BE49-F238E27FC236}">
                <a16:creationId xmlns:a16="http://schemas.microsoft.com/office/drawing/2014/main" id="{C78F397C-52FB-4AEF-A4BD-A1B4D8834BD2}"/>
              </a:ext>
            </a:extLst>
          </p:cNvPr>
          <p:cNvSpPr>
            <a:spLocks noGrp="1" noChangeArrowheads="1"/>
          </p:cNvSpPr>
          <p:nvPr>
            <p:ph type="sldNum" sz="quarter" idx="10"/>
          </p:nvPr>
        </p:nvSpPr>
        <p:spPr>
          <a:ln/>
        </p:spPr>
        <p:txBody>
          <a:bodyPr/>
          <a:lstStyle>
            <a:lvl1pPr>
              <a:defRPr/>
            </a:lvl1pPr>
          </a:lstStyle>
          <a:p>
            <a:fld id="{DF55023D-4CAB-4A05-9EE6-2A94DFF1D144}" type="slidenum">
              <a:rPr lang="en-GB" altLang="en-US"/>
              <a:pPr/>
              <a:t>‹#›</a:t>
            </a:fld>
            <a:endParaRPr lang="en-GB" altLang="en-US"/>
          </a:p>
        </p:txBody>
      </p:sp>
    </p:spTree>
    <p:extLst>
      <p:ext uri="{BB962C8B-B14F-4D97-AF65-F5344CB8AC3E}">
        <p14:creationId xmlns:p14="http://schemas.microsoft.com/office/powerpoint/2010/main" val="3605388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6">
            <a:extLst>
              <a:ext uri="{FF2B5EF4-FFF2-40B4-BE49-F238E27FC236}">
                <a16:creationId xmlns:a16="http://schemas.microsoft.com/office/drawing/2014/main" id="{7979B699-388C-4529-9C82-930F4C829832}"/>
              </a:ext>
            </a:extLst>
          </p:cNvPr>
          <p:cNvSpPr>
            <a:spLocks noGrp="1" noChangeArrowheads="1"/>
          </p:cNvSpPr>
          <p:nvPr>
            <p:ph type="sldNum" sz="quarter" idx="10"/>
          </p:nvPr>
        </p:nvSpPr>
        <p:spPr>
          <a:ln/>
        </p:spPr>
        <p:txBody>
          <a:bodyPr/>
          <a:lstStyle>
            <a:lvl1pPr>
              <a:defRPr/>
            </a:lvl1pPr>
          </a:lstStyle>
          <a:p>
            <a:fld id="{06ADC1E3-72DD-4285-A87B-2DFA9C60E3AA}" type="slidenum">
              <a:rPr lang="en-GB" altLang="en-US"/>
              <a:pPr/>
              <a:t>‹#›</a:t>
            </a:fld>
            <a:endParaRPr lang="en-GB" altLang="en-US"/>
          </a:p>
        </p:txBody>
      </p:sp>
    </p:spTree>
    <p:extLst>
      <p:ext uri="{BB962C8B-B14F-4D97-AF65-F5344CB8AC3E}">
        <p14:creationId xmlns:p14="http://schemas.microsoft.com/office/powerpoint/2010/main" val="11949471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6">
            <a:extLst>
              <a:ext uri="{FF2B5EF4-FFF2-40B4-BE49-F238E27FC236}">
                <a16:creationId xmlns:a16="http://schemas.microsoft.com/office/drawing/2014/main" id="{82D588D0-AD0E-4314-A631-95E18A584F58}"/>
              </a:ext>
            </a:extLst>
          </p:cNvPr>
          <p:cNvSpPr>
            <a:spLocks noGrp="1" noChangeArrowheads="1"/>
          </p:cNvSpPr>
          <p:nvPr>
            <p:ph type="sldNum" sz="quarter" idx="10"/>
          </p:nvPr>
        </p:nvSpPr>
        <p:spPr>
          <a:ln/>
        </p:spPr>
        <p:txBody>
          <a:bodyPr/>
          <a:lstStyle>
            <a:lvl1pPr>
              <a:defRPr/>
            </a:lvl1pPr>
          </a:lstStyle>
          <a:p>
            <a:fld id="{3F22CD49-8928-488B-B09F-6730EA983BEA}" type="slidenum">
              <a:rPr lang="en-GB" altLang="en-US"/>
              <a:pPr/>
              <a:t>‹#›</a:t>
            </a:fld>
            <a:endParaRPr lang="en-GB" altLang="en-US"/>
          </a:p>
        </p:txBody>
      </p:sp>
    </p:spTree>
    <p:extLst>
      <p:ext uri="{BB962C8B-B14F-4D97-AF65-F5344CB8AC3E}">
        <p14:creationId xmlns:p14="http://schemas.microsoft.com/office/powerpoint/2010/main" val="1033046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435B7FC8-0946-454B-B375-D7BE6401A6E8}"/>
              </a:ext>
            </a:extLst>
          </p:cNvPr>
          <p:cNvSpPr>
            <a:spLocks noGrp="1" noChangeArrowheads="1"/>
          </p:cNvSpPr>
          <p:nvPr>
            <p:ph type="sldNum" sz="quarter" idx="10"/>
          </p:nvPr>
        </p:nvSpPr>
        <p:spPr>
          <a:ln/>
        </p:spPr>
        <p:txBody>
          <a:bodyPr/>
          <a:lstStyle>
            <a:lvl1pPr>
              <a:defRPr/>
            </a:lvl1pPr>
          </a:lstStyle>
          <a:p>
            <a:fld id="{0C66430D-5D7F-4DC0-A9CE-56B173CE581F}" type="slidenum">
              <a:rPr lang="en-GB" altLang="en-US"/>
              <a:pPr/>
              <a:t>‹#›</a:t>
            </a:fld>
            <a:endParaRPr lang="en-GB" altLang="en-US"/>
          </a:p>
        </p:txBody>
      </p:sp>
    </p:spTree>
    <p:extLst>
      <p:ext uri="{BB962C8B-B14F-4D97-AF65-F5344CB8AC3E}">
        <p14:creationId xmlns:p14="http://schemas.microsoft.com/office/powerpoint/2010/main" val="24307617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AF1A47D0-EF0C-45FF-A0CB-86F80988FD1C}"/>
              </a:ext>
            </a:extLst>
          </p:cNvPr>
          <p:cNvSpPr>
            <a:spLocks noGrp="1" noChangeArrowheads="1"/>
          </p:cNvSpPr>
          <p:nvPr>
            <p:ph type="sldNum" sz="quarter" idx="10"/>
          </p:nvPr>
        </p:nvSpPr>
        <p:spPr>
          <a:ln/>
        </p:spPr>
        <p:txBody>
          <a:bodyPr/>
          <a:lstStyle>
            <a:lvl1pPr>
              <a:defRPr/>
            </a:lvl1pPr>
          </a:lstStyle>
          <a:p>
            <a:fld id="{FD3112A3-5F43-48B3-9919-6C69ADA7D71A}" type="slidenum">
              <a:rPr lang="en-GB" altLang="en-US"/>
              <a:pPr/>
              <a:t>‹#›</a:t>
            </a:fld>
            <a:endParaRPr lang="en-GB" altLang="en-US"/>
          </a:p>
        </p:txBody>
      </p:sp>
    </p:spTree>
    <p:extLst>
      <p:ext uri="{BB962C8B-B14F-4D97-AF65-F5344CB8AC3E}">
        <p14:creationId xmlns:p14="http://schemas.microsoft.com/office/powerpoint/2010/main" val="1194820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239648E4-5F4D-41DA-86F5-AE988A7C1293}"/>
              </a:ext>
            </a:extLst>
          </p:cNvPr>
          <p:cNvSpPr>
            <a:spLocks noGrp="1" noChangeArrowheads="1"/>
          </p:cNvSpPr>
          <p:nvPr>
            <p:ph type="sldNum" sz="quarter" idx="10"/>
          </p:nvPr>
        </p:nvSpPr>
        <p:spPr>
          <a:ln/>
        </p:spPr>
        <p:txBody>
          <a:bodyPr/>
          <a:lstStyle>
            <a:lvl1pPr>
              <a:defRPr/>
            </a:lvl1pPr>
          </a:lstStyle>
          <a:p>
            <a:fld id="{0879EC82-3A38-42F8-B20F-C4BA196B4427}" type="slidenum">
              <a:rPr lang="en-GB" altLang="en-US"/>
              <a:pPr/>
              <a:t>‹#›</a:t>
            </a:fld>
            <a:endParaRPr lang="en-GB" altLang="en-US"/>
          </a:p>
        </p:txBody>
      </p:sp>
    </p:spTree>
    <p:extLst>
      <p:ext uri="{BB962C8B-B14F-4D97-AF65-F5344CB8AC3E}">
        <p14:creationId xmlns:p14="http://schemas.microsoft.com/office/powerpoint/2010/main" val="414436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9C73F3B9-EB4B-48B0-A499-3A6BEF8D4633}"/>
              </a:ext>
            </a:extLst>
          </p:cNvPr>
          <p:cNvSpPr>
            <a:spLocks noGrp="1" noChangeArrowheads="1"/>
          </p:cNvSpPr>
          <p:nvPr>
            <p:ph type="sldNum" sz="quarter" idx="10"/>
          </p:nvPr>
        </p:nvSpPr>
        <p:spPr>
          <a:ln/>
        </p:spPr>
        <p:txBody>
          <a:bodyPr/>
          <a:lstStyle>
            <a:lvl1pPr>
              <a:defRPr/>
            </a:lvl1pPr>
          </a:lstStyle>
          <a:p>
            <a:fld id="{0E00A4F9-908B-416C-9D26-7A92CE4F39D6}" type="slidenum">
              <a:rPr lang="en-GB" altLang="en-US"/>
              <a:pPr/>
              <a:t>‹#›</a:t>
            </a:fld>
            <a:endParaRPr lang="en-GB" altLang="en-US"/>
          </a:p>
        </p:txBody>
      </p:sp>
    </p:spTree>
    <p:extLst>
      <p:ext uri="{BB962C8B-B14F-4D97-AF65-F5344CB8AC3E}">
        <p14:creationId xmlns:p14="http://schemas.microsoft.com/office/powerpoint/2010/main" val="420922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5913" y="398463"/>
            <a:ext cx="2093912" cy="537686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84175" y="398463"/>
            <a:ext cx="6129338" cy="53768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0DF798D2-1C06-4475-BA0D-CA6FB90A27AA}"/>
              </a:ext>
            </a:extLst>
          </p:cNvPr>
          <p:cNvSpPr>
            <a:spLocks noGrp="1" noChangeArrowheads="1"/>
          </p:cNvSpPr>
          <p:nvPr>
            <p:ph type="sldNum" sz="quarter" idx="10"/>
          </p:nvPr>
        </p:nvSpPr>
        <p:spPr>
          <a:ln/>
        </p:spPr>
        <p:txBody>
          <a:bodyPr/>
          <a:lstStyle>
            <a:lvl1pPr>
              <a:defRPr/>
            </a:lvl1pPr>
          </a:lstStyle>
          <a:p>
            <a:fld id="{80954144-9285-4E94-97F5-BA7785277F49}" type="slidenum">
              <a:rPr lang="en-GB" altLang="en-US"/>
              <a:pPr/>
              <a:t>‹#›</a:t>
            </a:fld>
            <a:endParaRPr lang="en-GB" altLang="en-US"/>
          </a:p>
        </p:txBody>
      </p:sp>
    </p:spTree>
    <p:extLst>
      <p:ext uri="{BB962C8B-B14F-4D97-AF65-F5344CB8AC3E}">
        <p14:creationId xmlns:p14="http://schemas.microsoft.com/office/powerpoint/2010/main" val="3785039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89B15AB-FD17-404F-A74B-EB6D08463C50}"/>
              </a:ext>
            </a:extLst>
          </p:cNvPr>
          <p:cNvSpPr>
            <a:spLocks noGrp="1" noChangeArrowheads="1"/>
          </p:cNvSpPr>
          <p:nvPr>
            <p:ph type="title"/>
          </p:nvPr>
        </p:nvSpPr>
        <p:spPr bwMode="auto">
          <a:xfrm>
            <a:off x="384175" y="398463"/>
            <a:ext cx="8375650" cy="4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en-US"/>
              <a:t>Click to edit Master title style</a:t>
            </a:r>
          </a:p>
        </p:txBody>
      </p:sp>
      <p:sp>
        <p:nvSpPr>
          <p:cNvPr id="1027" name="Rectangle 3">
            <a:extLst>
              <a:ext uri="{FF2B5EF4-FFF2-40B4-BE49-F238E27FC236}">
                <a16:creationId xmlns:a16="http://schemas.microsoft.com/office/drawing/2014/main" id="{45F34970-0ED4-41B5-B528-16141A7588CE}"/>
              </a:ext>
            </a:extLst>
          </p:cNvPr>
          <p:cNvSpPr>
            <a:spLocks noGrp="1" noChangeArrowheads="1"/>
          </p:cNvSpPr>
          <p:nvPr>
            <p:ph type="body" idx="1"/>
          </p:nvPr>
        </p:nvSpPr>
        <p:spPr bwMode="auto">
          <a:xfrm>
            <a:off x="384175" y="1708150"/>
            <a:ext cx="8374063" cy="406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30" name="Rectangle 6">
            <a:extLst>
              <a:ext uri="{FF2B5EF4-FFF2-40B4-BE49-F238E27FC236}">
                <a16:creationId xmlns:a16="http://schemas.microsoft.com/office/drawing/2014/main" id="{F1DE82EC-9569-4E10-B1A0-0F2A2411A1CB}"/>
              </a:ext>
            </a:extLst>
          </p:cNvPr>
          <p:cNvSpPr>
            <a:spLocks noGrp="1" noChangeArrowheads="1"/>
          </p:cNvSpPr>
          <p:nvPr>
            <p:ph type="sldNum" sz="quarter" idx="4"/>
          </p:nvPr>
        </p:nvSpPr>
        <p:spPr bwMode="auto">
          <a:xfrm>
            <a:off x="7862888" y="6451600"/>
            <a:ext cx="900112" cy="179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defRPr sz="1000">
                <a:solidFill>
                  <a:schemeClr val="tx2"/>
                </a:solidFill>
              </a:defRPr>
            </a:lvl1pPr>
          </a:lstStyle>
          <a:p>
            <a:fld id="{4CF5641A-EC8F-47E8-B385-FEB744445A42}" type="slidenum">
              <a:rPr lang="en-GB" altLang="en-US"/>
              <a:pPr/>
              <a:t>‹#›</a:t>
            </a:fld>
            <a:endParaRPr lang="en-GB" altLang="en-US"/>
          </a:p>
        </p:txBody>
      </p:sp>
    </p:spTree>
  </p:cSld>
  <p:clrMap bg1="lt1" tx1="dk1" bg2="lt2" tx2="dk2" accent1="accent1" accent2="accent2" accent3="accent3" accent4="accent4" accent5="accent5" accent6="accent6" hlink="hlink" folHlink="folHlink"/>
  <p:sldLayoutIdLst>
    <p:sldLayoutId id="2147483671"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l" rtl="0" eaLnBrk="0" fontAlgn="base" hangingPunct="0">
        <a:spcBef>
          <a:spcPct val="0"/>
        </a:spcBef>
        <a:spcAft>
          <a:spcPct val="0"/>
        </a:spcAft>
        <a:defRPr sz="2600" b="1">
          <a:solidFill>
            <a:schemeClr val="tx2"/>
          </a:solidFill>
          <a:latin typeface="+mj-lt"/>
          <a:ea typeface="+mj-ea"/>
          <a:cs typeface="+mj-cs"/>
        </a:defRPr>
      </a:lvl1pPr>
      <a:lvl2pPr algn="l" rtl="0" eaLnBrk="0" fontAlgn="base" hangingPunct="0">
        <a:spcBef>
          <a:spcPct val="0"/>
        </a:spcBef>
        <a:spcAft>
          <a:spcPct val="0"/>
        </a:spcAft>
        <a:defRPr sz="2600" b="1">
          <a:solidFill>
            <a:schemeClr val="tx2"/>
          </a:solidFill>
          <a:latin typeface="Arial" charset="0"/>
        </a:defRPr>
      </a:lvl2pPr>
      <a:lvl3pPr algn="l" rtl="0" eaLnBrk="0" fontAlgn="base" hangingPunct="0">
        <a:spcBef>
          <a:spcPct val="0"/>
        </a:spcBef>
        <a:spcAft>
          <a:spcPct val="0"/>
        </a:spcAft>
        <a:defRPr sz="2600" b="1">
          <a:solidFill>
            <a:schemeClr val="tx2"/>
          </a:solidFill>
          <a:latin typeface="Arial" charset="0"/>
        </a:defRPr>
      </a:lvl3pPr>
      <a:lvl4pPr algn="l" rtl="0" eaLnBrk="0" fontAlgn="base" hangingPunct="0">
        <a:spcBef>
          <a:spcPct val="0"/>
        </a:spcBef>
        <a:spcAft>
          <a:spcPct val="0"/>
        </a:spcAft>
        <a:defRPr sz="2600" b="1">
          <a:solidFill>
            <a:schemeClr val="tx2"/>
          </a:solidFill>
          <a:latin typeface="Arial" charset="0"/>
        </a:defRPr>
      </a:lvl4pPr>
      <a:lvl5pPr algn="l" rtl="0" eaLnBrk="0" fontAlgn="base" hangingPunct="0">
        <a:spcBef>
          <a:spcPct val="0"/>
        </a:spcBef>
        <a:spcAft>
          <a:spcPct val="0"/>
        </a:spcAft>
        <a:defRPr sz="2600" b="1">
          <a:solidFill>
            <a:schemeClr val="tx2"/>
          </a:solidFill>
          <a:latin typeface="Arial" charset="0"/>
        </a:defRPr>
      </a:lvl5pPr>
      <a:lvl6pPr marL="457200" algn="l" rtl="0" fontAlgn="base">
        <a:spcBef>
          <a:spcPct val="0"/>
        </a:spcBef>
        <a:spcAft>
          <a:spcPct val="0"/>
        </a:spcAft>
        <a:defRPr sz="2600" b="1">
          <a:solidFill>
            <a:schemeClr val="tx2"/>
          </a:solidFill>
          <a:latin typeface="Arial" charset="0"/>
        </a:defRPr>
      </a:lvl6pPr>
      <a:lvl7pPr marL="914400" algn="l" rtl="0" fontAlgn="base">
        <a:spcBef>
          <a:spcPct val="0"/>
        </a:spcBef>
        <a:spcAft>
          <a:spcPct val="0"/>
        </a:spcAft>
        <a:defRPr sz="2600" b="1">
          <a:solidFill>
            <a:schemeClr val="tx2"/>
          </a:solidFill>
          <a:latin typeface="Arial" charset="0"/>
        </a:defRPr>
      </a:lvl7pPr>
      <a:lvl8pPr marL="1371600" algn="l" rtl="0" fontAlgn="base">
        <a:spcBef>
          <a:spcPct val="0"/>
        </a:spcBef>
        <a:spcAft>
          <a:spcPct val="0"/>
        </a:spcAft>
        <a:defRPr sz="2600" b="1">
          <a:solidFill>
            <a:schemeClr val="tx2"/>
          </a:solidFill>
          <a:latin typeface="Arial" charset="0"/>
        </a:defRPr>
      </a:lvl8pPr>
      <a:lvl9pPr marL="1828800" algn="l" rtl="0" fontAlgn="base">
        <a:spcBef>
          <a:spcPct val="0"/>
        </a:spcBef>
        <a:spcAft>
          <a:spcPct val="0"/>
        </a:spcAft>
        <a:defRPr sz="2600" b="1">
          <a:solidFill>
            <a:schemeClr val="tx2"/>
          </a:solidFill>
          <a:latin typeface="Arial" charset="0"/>
        </a:defRPr>
      </a:lvl9pPr>
    </p:titleStyle>
    <p:bodyStyle>
      <a:lvl1pPr marL="269875" indent="-269875" algn="l" rtl="0" eaLnBrk="0" fontAlgn="base" hangingPunct="0">
        <a:spcBef>
          <a:spcPct val="0"/>
        </a:spcBef>
        <a:spcAft>
          <a:spcPct val="75000"/>
        </a:spcAft>
        <a:buChar char="•"/>
        <a:defRPr sz="2000">
          <a:solidFill>
            <a:schemeClr val="tx1"/>
          </a:solidFill>
          <a:latin typeface="+mn-lt"/>
          <a:ea typeface="+mn-ea"/>
          <a:cs typeface="+mn-cs"/>
        </a:defRPr>
      </a:lvl1pPr>
      <a:lvl2pPr marL="538163" indent="-266700" algn="l" rtl="0" eaLnBrk="0" fontAlgn="base" hangingPunct="0">
        <a:spcBef>
          <a:spcPct val="0"/>
        </a:spcBef>
        <a:spcAft>
          <a:spcPct val="75000"/>
        </a:spcAft>
        <a:buChar char="•"/>
        <a:defRPr sz="2000">
          <a:solidFill>
            <a:schemeClr val="tx1"/>
          </a:solidFill>
          <a:latin typeface="+mn-lt"/>
        </a:defRPr>
      </a:lvl2pPr>
      <a:lvl3pPr marL="809625" indent="-269875" algn="l" rtl="0" eaLnBrk="0" fontAlgn="base" hangingPunct="0">
        <a:spcBef>
          <a:spcPct val="0"/>
        </a:spcBef>
        <a:spcAft>
          <a:spcPct val="75000"/>
        </a:spcAft>
        <a:buChar char="•"/>
        <a:defRPr sz="2000">
          <a:solidFill>
            <a:schemeClr val="tx1"/>
          </a:solidFill>
          <a:latin typeface="+mn-lt"/>
        </a:defRPr>
      </a:lvl3pPr>
      <a:lvl4pPr marL="1079500" indent="-268288" algn="l" rtl="0" eaLnBrk="0" fontAlgn="base" hangingPunct="0">
        <a:spcBef>
          <a:spcPct val="0"/>
        </a:spcBef>
        <a:spcAft>
          <a:spcPct val="75000"/>
        </a:spcAft>
        <a:buChar char="•"/>
        <a:defRPr sz="2000">
          <a:solidFill>
            <a:schemeClr val="tx1"/>
          </a:solidFill>
          <a:latin typeface="+mn-lt"/>
        </a:defRPr>
      </a:lvl4pPr>
      <a:lvl5pPr marL="1350963" indent="-269875" algn="l" rtl="0" eaLnBrk="0" fontAlgn="base" hangingPunct="0">
        <a:spcBef>
          <a:spcPct val="0"/>
        </a:spcBef>
        <a:spcAft>
          <a:spcPct val="75000"/>
        </a:spcAft>
        <a:buChar char="•"/>
        <a:defRPr sz="2000">
          <a:solidFill>
            <a:schemeClr val="tx1"/>
          </a:solidFill>
          <a:latin typeface="+mn-lt"/>
        </a:defRPr>
      </a:lvl5pPr>
      <a:lvl6pPr marL="1808163" indent="-269875" algn="l" rtl="0" fontAlgn="base">
        <a:spcBef>
          <a:spcPct val="0"/>
        </a:spcBef>
        <a:spcAft>
          <a:spcPct val="75000"/>
        </a:spcAft>
        <a:buChar char="•"/>
        <a:defRPr sz="2000">
          <a:solidFill>
            <a:schemeClr val="tx1"/>
          </a:solidFill>
          <a:latin typeface="+mn-lt"/>
        </a:defRPr>
      </a:lvl6pPr>
      <a:lvl7pPr marL="2265363" indent="-269875" algn="l" rtl="0" fontAlgn="base">
        <a:spcBef>
          <a:spcPct val="0"/>
        </a:spcBef>
        <a:spcAft>
          <a:spcPct val="75000"/>
        </a:spcAft>
        <a:buChar char="•"/>
        <a:defRPr sz="2000">
          <a:solidFill>
            <a:schemeClr val="tx1"/>
          </a:solidFill>
          <a:latin typeface="+mn-lt"/>
        </a:defRPr>
      </a:lvl7pPr>
      <a:lvl8pPr marL="2722563" indent="-269875" algn="l" rtl="0" fontAlgn="base">
        <a:spcBef>
          <a:spcPct val="0"/>
        </a:spcBef>
        <a:spcAft>
          <a:spcPct val="75000"/>
        </a:spcAft>
        <a:buChar char="•"/>
        <a:defRPr sz="2000">
          <a:solidFill>
            <a:schemeClr val="tx1"/>
          </a:solidFill>
          <a:latin typeface="+mn-lt"/>
        </a:defRPr>
      </a:lvl8pPr>
      <a:lvl9pPr marL="3179763" indent="-269875" algn="l" rtl="0" fontAlgn="base">
        <a:spcBef>
          <a:spcPct val="0"/>
        </a:spcBef>
        <a:spcAft>
          <a:spcPct val="7500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2.gif"/></Relationships>
</file>

<file path=ppt/slides/_rels/slide23.xml.rels><?xml version="1.0" encoding="UTF-8" standalone="yes"?>
<Relationships xmlns="http://schemas.openxmlformats.org/package/2006/relationships"><Relationship Id="rId3" Type="http://schemas.openxmlformats.org/officeDocument/2006/relationships/hyperlink" Target="https://libguides.cam.ac.uk/Official-Publications/referencing"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hyperlink" Target="https://www.plagiarism.admin.cam.ac.uk/definition"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phrasebank.manchester.ac.uk/" TargetMode="External"/><Relationship Id="rId7" Type="http://schemas.openxmlformats.org/officeDocument/2006/relationships/hyperlink" Target="https://thesiswhisperer.com/category/on-writing/"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hyperlink" Target="https://www.grammarly.com/" TargetMode="External"/><Relationship Id="rId5" Type="http://schemas.openxmlformats.org/officeDocument/2006/relationships/hyperlink" Target="https://www.langcen.cam.ac.uk/adtis/adtis-index.html" TargetMode="External"/><Relationship Id="rId4" Type="http://schemas.openxmlformats.org/officeDocument/2006/relationships/hyperlink" Target="https://blogs.lse.ac.uk/writingforresearch/"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F7415F0D-5CE4-4FEC-AEE3-DA8FE2AE2C8F}"/>
              </a:ext>
            </a:extLst>
          </p:cNvPr>
          <p:cNvSpPr>
            <a:spLocks noGrp="1" noChangeArrowheads="1"/>
          </p:cNvSpPr>
          <p:nvPr>
            <p:ph type="ctrTitle"/>
          </p:nvPr>
        </p:nvSpPr>
        <p:spPr/>
        <p:txBody>
          <a:bodyPr/>
          <a:lstStyle/>
          <a:p>
            <a:pPr eaLnBrk="1" hangingPunct="1"/>
            <a:r>
              <a:rPr lang="en-US" altLang="en-US" dirty="0"/>
              <a:t>Essay Writing</a:t>
            </a:r>
          </a:p>
        </p:txBody>
      </p:sp>
      <p:sp>
        <p:nvSpPr>
          <p:cNvPr id="3075" name="Rectangle 3">
            <a:extLst>
              <a:ext uri="{FF2B5EF4-FFF2-40B4-BE49-F238E27FC236}">
                <a16:creationId xmlns:a16="http://schemas.microsoft.com/office/drawing/2014/main" id="{FC013F40-5340-492C-ABA7-CB05D29489E8}"/>
              </a:ext>
            </a:extLst>
          </p:cNvPr>
          <p:cNvSpPr>
            <a:spLocks noGrp="1" noChangeArrowheads="1"/>
          </p:cNvSpPr>
          <p:nvPr>
            <p:ph type="subTitle" idx="1"/>
          </p:nvPr>
        </p:nvSpPr>
        <p:spPr/>
        <p:txBody>
          <a:bodyPr/>
          <a:lstStyle/>
          <a:p>
            <a:pPr eaLnBrk="1" hangingPunct="1"/>
            <a:r>
              <a:rPr lang="en-US" altLang="en-US" dirty="0"/>
              <a:t>Content, Coherence and Common Pitfalls</a:t>
            </a:r>
          </a:p>
        </p:txBody>
      </p:sp>
      <p:sp>
        <p:nvSpPr>
          <p:cNvPr id="3076" name="Rectangle 4">
            <a:extLst>
              <a:ext uri="{FF2B5EF4-FFF2-40B4-BE49-F238E27FC236}">
                <a16:creationId xmlns:a16="http://schemas.microsoft.com/office/drawing/2014/main" id="{B13D353B-4EE6-45FB-850E-FA83841DBAC4}"/>
              </a:ext>
            </a:extLst>
          </p:cNvPr>
          <p:cNvSpPr>
            <a:spLocks noChangeArrowheads="1"/>
          </p:cNvSpPr>
          <p:nvPr/>
        </p:nvSpPr>
        <p:spPr bwMode="auto">
          <a:xfrm>
            <a:off x="384174" y="5445224"/>
            <a:ext cx="8374063" cy="26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GB" altLang="en-US" b="1" dirty="0">
              <a:solidFill>
                <a:schemeClr val="tx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BB2DE326-59F2-4945-9535-0AF48B41A394}"/>
              </a:ext>
            </a:extLst>
          </p:cNvPr>
          <p:cNvSpPr>
            <a:spLocks noGrp="1" noChangeArrowheads="1"/>
          </p:cNvSpPr>
          <p:nvPr>
            <p:ph type="title"/>
          </p:nvPr>
        </p:nvSpPr>
        <p:spPr/>
        <p:txBody>
          <a:bodyPr/>
          <a:lstStyle/>
          <a:p>
            <a:pPr eaLnBrk="1" hangingPunct="1"/>
            <a:r>
              <a:rPr lang="en-US" altLang="en-US" dirty="0"/>
              <a:t>Objectives</a:t>
            </a:r>
          </a:p>
        </p:txBody>
      </p:sp>
      <p:sp>
        <p:nvSpPr>
          <p:cNvPr id="4099" name="Rectangle 5">
            <a:extLst>
              <a:ext uri="{FF2B5EF4-FFF2-40B4-BE49-F238E27FC236}">
                <a16:creationId xmlns:a16="http://schemas.microsoft.com/office/drawing/2014/main" id="{A869C384-EAEC-447D-BE1A-AEAD569499E4}"/>
              </a:ext>
            </a:extLst>
          </p:cNvPr>
          <p:cNvSpPr>
            <a:spLocks noGrp="1" noChangeArrowheads="1"/>
          </p:cNvSpPr>
          <p:nvPr>
            <p:ph type="body" idx="1"/>
          </p:nvPr>
        </p:nvSpPr>
        <p:spPr/>
        <p:txBody>
          <a:bodyPr/>
          <a:lstStyle/>
          <a:p>
            <a:pPr eaLnBrk="1" hangingPunct="1"/>
            <a:r>
              <a:rPr lang="en-GB" dirty="0"/>
              <a:t>To outline strategies for deconstructing essay questions and producing essay plans.</a:t>
            </a:r>
          </a:p>
          <a:p>
            <a:pPr eaLnBrk="1" hangingPunct="1"/>
            <a:r>
              <a:rPr lang="en-GB" dirty="0"/>
              <a:t>To summarise techniques for structuring an essay with a logical flow and coherent overarching argument. </a:t>
            </a:r>
          </a:p>
          <a:p>
            <a:pPr eaLnBrk="1" hangingPunct="1"/>
            <a:r>
              <a:rPr lang="en-GB" dirty="0"/>
              <a:t>To review key stylistic and referencing principles for effective academic writing</a:t>
            </a:r>
            <a:endParaRPr lang="en-US" altLang="en-US" dirty="0"/>
          </a:p>
        </p:txBody>
      </p:sp>
    </p:spTree>
    <p:extLst>
      <p:ext uri="{BB962C8B-B14F-4D97-AF65-F5344CB8AC3E}">
        <p14:creationId xmlns:p14="http://schemas.microsoft.com/office/powerpoint/2010/main" val="2132291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BB2DE326-59F2-4945-9535-0AF48B41A394}"/>
              </a:ext>
            </a:extLst>
          </p:cNvPr>
          <p:cNvSpPr>
            <a:spLocks noGrp="1" noChangeArrowheads="1"/>
          </p:cNvSpPr>
          <p:nvPr>
            <p:ph type="title"/>
          </p:nvPr>
        </p:nvSpPr>
        <p:spPr/>
        <p:txBody>
          <a:bodyPr/>
          <a:lstStyle/>
          <a:p>
            <a:pPr eaLnBrk="1" hangingPunct="1"/>
            <a:r>
              <a:rPr lang="en-US" altLang="en-US" dirty="0"/>
              <a:t>Outline for Today</a:t>
            </a:r>
          </a:p>
        </p:txBody>
      </p:sp>
      <p:sp>
        <p:nvSpPr>
          <p:cNvPr id="4099" name="Rectangle 5">
            <a:extLst>
              <a:ext uri="{FF2B5EF4-FFF2-40B4-BE49-F238E27FC236}">
                <a16:creationId xmlns:a16="http://schemas.microsoft.com/office/drawing/2014/main" id="{A869C384-EAEC-447D-BE1A-AEAD569499E4}"/>
              </a:ext>
            </a:extLst>
          </p:cNvPr>
          <p:cNvSpPr>
            <a:spLocks noGrp="1" noChangeArrowheads="1"/>
          </p:cNvSpPr>
          <p:nvPr>
            <p:ph type="body" idx="1"/>
          </p:nvPr>
        </p:nvSpPr>
        <p:spPr>
          <a:xfrm>
            <a:off x="384175" y="1484784"/>
            <a:ext cx="8374063" cy="4752528"/>
          </a:xfrm>
        </p:spPr>
        <p:txBody>
          <a:bodyPr>
            <a:normAutofit fontScale="85000" lnSpcReduction="20000"/>
          </a:bodyPr>
          <a:lstStyle/>
          <a:p>
            <a:pPr marL="457200" indent="-457200" eaLnBrk="1" hangingPunct="1">
              <a:buFont typeface="+mj-lt"/>
              <a:buAutoNum type="arabicPeriod"/>
            </a:pPr>
            <a:r>
              <a:rPr lang="en-US" altLang="en-US" dirty="0"/>
              <a:t>Mark scheme</a:t>
            </a:r>
          </a:p>
          <a:p>
            <a:pPr marL="457200" indent="-457200" eaLnBrk="1" hangingPunct="1">
              <a:buFont typeface="+mj-lt"/>
              <a:buAutoNum type="arabicPeriod"/>
            </a:pPr>
            <a:r>
              <a:rPr lang="en-US" altLang="en-US" dirty="0"/>
              <a:t>Common pitfalls to avoid</a:t>
            </a:r>
          </a:p>
          <a:p>
            <a:pPr marL="457200" indent="-457200" eaLnBrk="1" hangingPunct="1">
              <a:buFont typeface="+mj-lt"/>
              <a:buAutoNum type="arabicPeriod"/>
            </a:pPr>
            <a:r>
              <a:rPr lang="en-US" altLang="en-US" dirty="0"/>
              <a:t>Answering the question </a:t>
            </a:r>
          </a:p>
          <a:p>
            <a:pPr marL="457200" indent="-457200" eaLnBrk="1" hangingPunct="1">
              <a:buFont typeface="+mj-lt"/>
              <a:buAutoNum type="arabicPeriod"/>
            </a:pPr>
            <a:r>
              <a:rPr lang="en-US" altLang="en-US" dirty="0"/>
              <a:t>Structuring the essay</a:t>
            </a:r>
          </a:p>
          <a:p>
            <a:pPr marL="457200" indent="-457200" eaLnBrk="1" hangingPunct="1">
              <a:buFont typeface="+mj-lt"/>
              <a:buAutoNum type="arabicPeriod"/>
            </a:pPr>
            <a:r>
              <a:rPr lang="en-US" altLang="en-US" dirty="0"/>
              <a:t>Developing the content</a:t>
            </a:r>
          </a:p>
          <a:p>
            <a:pPr marL="457200" indent="-457200" eaLnBrk="1" hangingPunct="1">
              <a:buFont typeface="+mj-lt"/>
              <a:buAutoNum type="arabicPeriod"/>
            </a:pPr>
            <a:r>
              <a:rPr lang="en-US" altLang="en-US" dirty="0"/>
              <a:t>Critical analysis</a:t>
            </a:r>
          </a:p>
          <a:p>
            <a:pPr marL="457200" indent="-457200" eaLnBrk="1" hangingPunct="1">
              <a:buFont typeface="+mj-lt"/>
              <a:buAutoNum type="arabicPeriod"/>
            </a:pPr>
            <a:r>
              <a:rPr lang="en-US" altLang="en-US" dirty="0"/>
              <a:t>Stylistic principles</a:t>
            </a:r>
          </a:p>
          <a:p>
            <a:pPr marL="457200" indent="-457200" eaLnBrk="1" hangingPunct="1">
              <a:buFont typeface="+mj-lt"/>
              <a:buAutoNum type="arabicPeriod"/>
            </a:pPr>
            <a:r>
              <a:rPr lang="en-US" altLang="en-US" dirty="0"/>
              <a:t>Format</a:t>
            </a:r>
          </a:p>
          <a:p>
            <a:pPr marL="457200" indent="-457200" eaLnBrk="1" hangingPunct="1">
              <a:buFont typeface="+mj-lt"/>
              <a:buAutoNum type="arabicPeriod"/>
            </a:pPr>
            <a:r>
              <a:rPr lang="en-US" altLang="en-US" dirty="0"/>
              <a:t>Referencing </a:t>
            </a:r>
          </a:p>
          <a:p>
            <a:pPr marL="457200" indent="-457200" eaLnBrk="1" hangingPunct="1">
              <a:buFont typeface="+mj-lt"/>
              <a:buAutoNum type="arabicPeriod"/>
            </a:pPr>
            <a:r>
              <a:rPr lang="en-US" altLang="en-US" dirty="0"/>
              <a:t>Academic misconduct</a:t>
            </a:r>
          </a:p>
          <a:p>
            <a:pPr marL="457200" indent="-457200" eaLnBrk="1" hangingPunct="1">
              <a:buFont typeface="+mj-lt"/>
              <a:buAutoNum type="arabicPeriod"/>
            </a:pPr>
            <a:r>
              <a:rPr lang="en-US" altLang="en-US" dirty="0"/>
              <a:t>Practice essay</a:t>
            </a:r>
          </a:p>
          <a:p>
            <a:pPr marL="457200" indent="-457200" eaLnBrk="1" hangingPunct="1">
              <a:buFont typeface="+mj-lt"/>
              <a:buAutoNum type="arabicPeriod"/>
            </a:pPr>
            <a:r>
              <a:rPr lang="en-US" altLang="en-US" dirty="0"/>
              <a:t>Summary</a:t>
            </a:r>
          </a:p>
        </p:txBody>
      </p:sp>
      <p:pic>
        <p:nvPicPr>
          <p:cNvPr id="3074" name="Picture 2" descr="Essay Writing GIFs | Tenor">
            <a:extLst>
              <a:ext uri="{FF2B5EF4-FFF2-40B4-BE49-F238E27FC236}">
                <a16:creationId xmlns:a16="http://schemas.microsoft.com/office/drawing/2014/main" id="{E520CEDC-C11C-543C-4BA5-D28B7F488B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080" y="2636912"/>
            <a:ext cx="2887588" cy="20081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4E0E9-ACF0-BD7B-980F-4606E3C37353}"/>
              </a:ext>
            </a:extLst>
          </p:cNvPr>
          <p:cNvSpPr>
            <a:spLocks noGrp="1"/>
          </p:cNvSpPr>
          <p:nvPr>
            <p:ph type="title"/>
          </p:nvPr>
        </p:nvSpPr>
        <p:spPr/>
        <p:txBody>
          <a:bodyPr/>
          <a:lstStyle/>
          <a:p>
            <a:r>
              <a:rPr lang="en-GB" dirty="0"/>
              <a:t>Essay timetable</a:t>
            </a:r>
          </a:p>
        </p:txBody>
      </p:sp>
      <p:graphicFrame>
        <p:nvGraphicFramePr>
          <p:cNvPr id="4" name="Table 3">
            <a:extLst>
              <a:ext uri="{FF2B5EF4-FFF2-40B4-BE49-F238E27FC236}">
                <a16:creationId xmlns:a16="http://schemas.microsoft.com/office/drawing/2014/main" id="{076D4795-4DF3-4149-4D9E-FBBCFE4E33FB}"/>
              </a:ext>
            </a:extLst>
          </p:cNvPr>
          <p:cNvGraphicFramePr>
            <a:graphicFrameLocks noGrp="1"/>
          </p:cNvGraphicFramePr>
          <p:nvPr>
            <p:extLst>
              <p:ext uri="{D42A27DB-BD31-4B8C-83A1-F6EECF244321}">
                <p14:modId xmlns:p14="http://schemas.microsoft.com/office/powerpoint/2010/main" val="1185448449"/>
              </p:ext>
            </p:extLst>
          </p:nvPr>
        </p:nvGraphicFramePr>
        <p:xfrm>
          <a:off x="384174" y="1700808"/>
          <a:ext cx="8580313" cy="4116043"/>
        </p:xfrm>
        <a:graphic>
          <a:graphicData uri="http://schemas.openxmlformats.org/drawingml/2006/table">
            <a:tbl>
              <a:tblPr firstRow="1" firstCol="1" bandRow="1">
                <a:tableStyleId>{F5AB1C69-6EDB-4FF4-983F-18BD219EF322}</a:tableStyleId>
              </a:tblPr>
              <a:tblGrid>
                <a:gridCol w="1448842">
                  <a:extLst>
                    <a:ext uri="{9D8B030D-6E8A-4147-A177-3AD203B41FA5}">
                      <a16:colId xmlns:a16="http://schemas.microsoft.com/office/drawing/2014/main" val="3465750637"/>
                    </a:ext>
                  </a:extLst>
                </a:gridCol>
                <a:gridCol w="2955008">
                  <a:extLst>
                    <a:ext uri="{9D8B030D-6E8A-4147-A177-3AD203B41FA5}">
                      <a16:colId xmlns:a16="http://schemas.microsoft.com/office/drawing/2014/main" val="1773908683"/>
                    </a:ext>
                  </a:extLst>
                </a:gridCol>
                <a:gridCol w="2088232">
                  <a:extLst>
                    <a:ext uri="{9D8B030D-6E8A-4147-A177-3AD203B41FA5}">
                      <a16:colId xmlns:a16="http://schemas.microsoft.com/office/drawing/2014/main" val="353682292"/>
                    </a:ext>
                  </a:extLst>
                </a:gridCol>
                <a:gridCol w="2088231">
                  <a:extLst>
                    <a:ext uri="{9D8B030D-6E8A-4147-A177-3AD203B41FA5}">
                      <a16:colId xmlns:a16="http://schemas.microsoft.com/office/drawing/2014/main" val="2236806122"/>
                    </a:ext>
                  </a:extLst>
                </a:gridCol>
              </a:tblGrid>
              <a:tr h="432048">
                <a:tc>
                  <a:txBody>
                    <a:bodyPr/>
                    <a:lstStyle/>
                    <a:p>
                      <a:pPr>
                        <a:lnSpc>
                          <a:spcPct val="107000"/>
                        </a:lnSpc>
                        <a:spcAft>
                          <a:spcPts val="800"/>
                        </a:spcAft>
                      </a:pPr>
                      <a:r>
                        <a:rPr lang="en-GB" sz="1400" dirty="0">
                          <a:effectLst/>
                        </a:rPr>
                        <a:t> </a:t>
                      </a:r>
                      <a:endParaRPr lang="en-GB" sz="1400" dirty="0">
                        <a:effectLst/>
                        <a:latin typeface="Arial (Heading)"/>
                        <a:ea typeface="Calibri" panose="020F0502020204030204" pitchFamily="34" charset="0"/>
                        <a:cs typeface="Times New Roman" panose="02020603050405020304" pitchFamily="18" charset="0"/>
                      </a:endParaRPr>
                    </a:p>
                  </a:txBody>
                  <a:tcPr marL="68580" marR="68580" marT="0" marB="0">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tcPr>
                </a:tc>
                <a:tc>
                  <a:txBody>
                    <a:bodyPr/>
                    <a:lstStyle/>
                    <a:p>
                      <a:pPr algn="just">
                        <a:lnSpc>
                          <a:spcPct val="107000"/>
                        </a:lnSpc>
                        <a:spcAft>
                          <a:spcPts val="800"/>
                        </a:spcAft>
                      </a:pPr>
                      <a:r>
                        <a:rPr lang="en-GB" sz="1400" dirty="0">
                          <a:solidFill>
                            <a:srgbClr val="0073CF"/>
                          </a:solidFill>
                          <a:effectLst/>
                        </a:rPr>
                        <a:t>Michaelmas </a:t>
                      </a:r>
                      <a:r>
                        <a:rPr lang="en-GB" sz="1400" b="0" dirty="0">
                          <a:solidFill>
                            <a:srgbClr val="0073CF"/>
                          </a:solidFill>
                          <a:effectLst/>
                        </a:rPr>
                        <a:t>(October – January)</a:t>
                      </a:r>
                      <a:endParaRPr lang="en-GB" sz="1400" b="0" dirty="0">
                        <a:solidFill>
                          <a:srgbClr val="0073CF"/>
                        </a:solidFill>
                        <a:effectLst/>
                        <a:latin typeface="Arial (Heading)"/>
                        <a:ea typeface="Calibri" panose="020F0502020204030204" pitchFamily="34"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tcPr>
                </a:tc>
                <a:tc>
                  <a:txBody>
                    <a:bodyPr/>
                    <a:lstStyle/>
                    <a:p>
                      <a:pPr algn="just">
                        <a:lnSpc>
                          <a:spcPct val="107000"/>
                        </a:lnSpc>
                        <a:spcAft>
                          <a:spcPts val="800"/>
                        </a:spcAft>
                      </a:pPr>
                      <a:r>
                        <a:rPr lang="en-GB" sz="1400" dirty="0">
                          <a:solidFill>
                            <a:srgbClr val="0073CF"/>
                          </a:solidFill>
                          <a:effectLst/>
                        </a:rPr>
                        <a:t>Lent </a:t>
                      </a:r>
                      <a:r>
                        <a:rPr lang="en-GB" sz="1400" b="0" dirty="0">
                          <a:solidFill>
                            <a:srgbClr val="0073CF"/>
                          </a:solidFill>
                          <a:effectLst/>
                        </a:rPr>
                        <a:t>(January – April)</a:t>
                      </a:r>
                      <a:endParaRPr lang="en-GB" sz="1400" b="0" dirty="0">
                        <a:solidFill>
                          <a:srgbClr val="0073CF"/>
                        </a:solidFill>
                        <a:effectLst/>
                        <a:latin typeface="Arial (Heading)"/>
                        <a:ea typeface="Calibri" panose="020F0502020204030204" pitchFamily="34" charset="0"/>
                        <a:cs typeface="Times New Roman" panose="02020603050405020304" pitchFamily="18" charset="0"/>
                      </a:endParaRPr>
                    </a:p>
                  </a:txBody>
                  <a:tcPr marL="68580" marR="68580" marT="0" marB="0">
                    <a:lnB w="19050" cap="flat" cmpd="sng" algn="ctr">
                      <a:solidFill>
                        <a:schemeClr val="tx1"/>
                      </a:solidFill>
                      <a:prstDash val="solid"/>
                      <a:round/>
                      <a:headEnd type="none" w="med" len="med"/>
                      <a:tailEnd type="none" w="med" len="med"/>
                    </a:lnB>
                  </a:tcPr>
                </a:tc>
                <a:tc>
                  <a:txBody>
                    <a:bodyPr/>
                    <a:lstStyle/>
                    <a:p>
                      <a:pPr algn="just">
                        <a:lnSpc>
                          <a:spcPct val="107000"/>
                        </a:lnSpc>
                        <a:spcAft>
                          <a:spcPts val="800"/>
                        </a:spcAft>
                      </a:pPr>
                      <a:r>
                        <a:rPr lang="en-GB" sz="1400" dirty="0">
                          <a:solidFill>
                            <a:srgbClr val="0073CF"/>
                          </a:solidFill>
                          <a:effectLst/>
                        </a:rPr>
                        <a:t>Easter-to-September </a:t>
                      </a:r>
                      <a:endParaRPr lang="en-GB" sz="1400" dirty="0">
                        <a:solidFill>
                          <a:srgbClr val="0073CF"/>
                        </a:solidFill>
                        <a:effectLst/>
                        <a:latin typeface="Arial (Heading)"/>
                        <a:ea typeface="Calibri" panose="020F0502020204030204" pitchFamily="34" charset="0"/>
                        <a:cs typeface="Times New Roman" panose="02020603050405020304" pitchFamily="18" charset="0"/>
                      </a:endParaRPr>
                    </a:p>
                  </a:txBody>
                  <a:tcPr marL="68580" marR="68580" marT="0" marB="0">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3136883"/>
                  </a:ext>
                </a:extLst>
              </a:tr>
              <a:tr h="1970253">
                <a:tc>
                  <a:txBody>
                    <a:bodyPr/>
                    <a:lstStyle/>
                    <a:p>
                      <a:pPr>
                        <a:lnSpc>
                          <a:spcPct val="107000"/>
                        </a:lnSpc>
                        <a:spcAft>
                          <a:spcPts val="800"/>
                        </a:spcAft>
                      </a:pPr>
                      <a:endParaRPr lang="en-GB" sz="1400" i="1" dirty="0">
                        <a:solidFill>
                          <a:srgbClr val="0073CF"/>
                        </a:solidFill>
                        <a:effectLst/>
                      </a:endParaRPr>
                    </a:p>
                    <a:p>
                      <a:pPr>
                        <a:lnSpc>
                          <a:spcPct val="107000"/>
                        </a:lnSpc>
                        <a:spcAft>
                          <a:spcPts val="800"/>
                        </a:spcAft>
                      </a:pPr>
                      <a:r>
                        <a:rPr lang="en-GB" sz="1400" i="1" dirty="0">
                          <a:solidFill>
                            <a:srgbClr val="0073CF"/>
                          </a:solidFill>
                          <a:effectLst/>
                        </a:rPr>
                        <a:t>MPhil in Criminology</a:t>
                      </a:r>
                      <a:endParaRPr lang="en-GB" sz="1400" i="1" dirty="0">
                        <a:solidFill>
                          <a:srgbClr val="0073CF"/>
                        </a:solidFill>
                        <a:effectLst/>
                        <a:latin typeface="Arial (Heading)"/>
                        <a:ea typeface="Calibri" panose="020F0502020204030204" pitchFamily="34" charset="0"/>
                        <a:cs typeface="Times New Roman" panose="02020603050405020304" pitchFamily="18" charset="0"/>
                      </a:endParaRPr>
                    </a:p>
                  </a:txBody>
                  <a:tcPr marL="68580" marR="68580" marT="0" marB="0">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tcPr>
                </a:tc>
                <a:tc>
                  <a:txBody>
                    <a:bodyPr/>
                    <a:lstStyle/>
                    <a:p>
                      <a:pPr marL="103505" indent="-180340">
                        <a:lnSpc>
                          <a:spcPct val="107000"/>
                        </a:lnSpc>
                        <a:spcAft>
                          <a:spcPts val="800"/>
                        </a:spcAft>
                      </a:pPr>
                      <a:endParaRPr lang="en-GB" sz="1400" dirty="0">
                        <a:effectLst/>
                      </a:endParaRPr>
                    </a:p>
                    <a:p>
                      <a:pPr marL="103505" indent="-180340">
                        <a:lnSpc>
                          <a:spcPct val="107000"/>
                        </a:lnSpc>
                        <a:spcAft>
                          <a:spcPts val="800"/>
                        </a:spcAft>
                      </a:pPr>
                      <a:r>
                        <a:rPr lang="en-GB" sz="1400" dirty="0">
                          <a:effectLst/>
                        </a:rPr>
                        <a:t>1) Practice Essay</a:t>
                      </a:r>
                    </a:p>
                    <a:p>
                      <a:pPr marL="103505" indent="-180340">
                        <a:lnSpc>
                          <a:spcPct val="107000"/>
                        </a:lnSpc>
                        <a:spcAft>
                          <a:spcPts val="800"/>
                        </a:spcAft>
                      </a:pPr>
                      <a:r>
                        <a:rPr lang="en-GB" sz="1400" dirty="0">
                          <a:effectLst/>
                        </a:rPr>
                        <a:t>2) Criminological Theories Essay</a:t>
                      </a:r>
                    </a:p>
                    <a:p>
                      <a:pPr marL="103505" indent="-180340">
                        <a:lnSpc>
                          <a:spcPct val="107000"/>
                        </a:lnSpc>
                        <a:spcAft>
                          <a:spcPts val="800"/>
                        </a:spcAft>
                      </a:pPr>
                      <a:r>
                        <a:rPr lang="en-GB" sz="1400" dirty="0">
                          <a:effectLst/>
                        </a:rPr>
                        <a:t>3) Option 1 Essay</a:t>
                      </a:r>
                    </a:p>
                    <a:p>
                      <a:pPr marL="103505" indent="-180340">
                        <a:lnSpc>
                          <a:spcPct val="107000"/>
                        </a:lnSpc>
                        <a:spcAft>
                          <a:spcPts val="800"/>
                        </a:spcAft>
                      </a:pPr>
                      <a:r>
                        <a:rPr lang="en-GB" sz="1400" dirty="0">
                          <a:effectLst/>
                        </a:rPr>
                        <a:t>4) Criminological Methods Essay/Exercise </a:t>
                      </a:r>
                    </a:p>
                    <a:p>
                      <a:pPr>
                        <a:lnSpc>
                          <a:spcPct val="107000"/>
                        </a:lnSpc>
                        <a:spcAft>
                          <a:spcPts val="800"/>
                        </a:spcAft>
                      </a:pPr>
                      <a:r>
                        <a:rPr lang="en-GB" sz="1400" dirty="0">
                          <a:effectLst/>
                        </a:rPr>
                        <a:t> </a:t>
                      </a:r>
                      <a:endParaRPr lang="en-GB" sz="1400" dirty="0">
                        <a:effectLst/>
                        <a:latin typeface="Arial (Heading)"/>
                        <a:ea typeface="Calibri" panose="020F0502020204030204" pitchFamily="34"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tcPr>
                </a:tc>
                <a:tc>
                  <a:txBody>
                    <a:bodyPr/>
                    <a:lstStyle/>
                    <a:p>
                      <a:pPr marL="18415" indent="-18415">
                        <a:lnSpc>
                          <a:spcPct val="107000"/>
                        </a:lnSpc>
                        <a:spcAft>
                          <a:spcPts val="800"/>
                        </a:spcAft>
                      </a:pPr>
                      <a:endParaRPr lang="en-GB" sz="1400" dirty="0">
                        <a:effectLst/>
                      </a:endParaRPr>
                    </a:p>
                    <a:p>
                      <a:pPr marL="18415" indent="-18415">
                        <a:lnSpc>
                          <a:spcPct val="107000"/>
                        </a:lnSpc>
                        <a:spcAft>
                          <a:spcPts val="800"/>
                        </a:spcAft>
                      </a:pPr>
                      <a:r>
                        <a:rPr lang="en-GB" sz="1400" dirty="0">
                          <a:effectLst/>
                        </a:rPr>
                        <a:t>5) Option 2 Essay</a:t>
                      </a:r>
                    </a:p>
                    <a:p>
                      <a:pPr marL="18415" indent="-18415">
                        <a:lnSpc>
                          <a:spcPct val="107000"/>
                        </a:lnSpc>
                        <a:spcAft>
                          <a:spcPts val="800"/>
                        </a:spcAft>
                      </a:pPr>
                      <a:r>
                        <a:rPr lang="en-GB" sz="1400" dirty="0">
                          <a:effectLst/>
                        </a:rPr>
                        <a:t>6) Option 3 Essay</a:t>
                      </a:r>
                      <a:endParaRPr lang="en-GB" sz="1400" dirty="0">
                        <a:effectLst/>
                        <a:latin typeface="Arial (Heading)"/>
                        <a:ea typeface="Calibri" panose="020F0502020204030204" pitchFamily="34" charset="0"/>
                        <a:cs typeface="Times New Roman" panose="02020603050405020304" pitchFamily="18" charset="0"/>
                      </a:endParaRPr>
                    </a:p>
                  </a:txBody>
                  <a:tcPr marL="68580" marR="68580" marT="0" marB="0">
                    <a:lnT w="19050" cap="flat" cmpd="sng" algn="ctr">
                      <a:solidFill>
                        <a:schemeClr val="tx1"/>
                      </a:solidFill>
                      <a:prstDash val="solid"/>
                      <a:round/>
                      <a:headEnd type="none" w="med" len="med"/>
                      <a:tailEnd type="none" w="med" len="med"/>
                    </a:lnT>
                  </a:tcPr>
                </a:tc>
                <a:tc>
                  <a:txBody>
                    <a:bodyPr/>
                    <a:lstStyle/>
                    <a:p>
                      <a:pPr>
                        <a:lnSpc>
                          <a:spcPct val="107000"/>
                        </a:lnSpc>
                        <a:spcAft>
                          <a:spcPts val="800"/>
                        </a:spcAft>
                      </a:pPr>
                      <a:endParaRPr lang="en-GB" sz="1400" dirty="0">
                        <a:effectLst/>
                      </a:endParaRPr>
                    </a:p>
                    <a:p>
                      <a:pPr>
                        <a:lnSpc>
                          <a:spcPct val="107000"/>
                        </a:lnSpc>
                        <a:spcAft>
                          <a:spcPts val="800"/>
                        </a:spcAft>
                      </a:pPr>
                      <a:r>
                        <a:rPr lang="en-GB" sz="1400" dirty="0">
                          <a:effectLst/>
                        </a:rPr>
                        <a:t>Dissertation</a:t>
                      </a:r>
                      <a:endParaRPr lang="en-GB" sz="1400" dirty="0">
                        <a:effectLst/>
                        <a:latin typeface="Arial (Heading)"/>
                        <a:ea typeface="Calibri" panose="020F0502020204030204" pitchFamily="34" charset="0"/>
                        <a:cs typeface="Times New Roman" panose="02020603050405020304" pitchFamily="18" charset="0"/>
                      </a:endParaRPr>
                    </a:p>
                  </a:txBody>
                  <a:tcPr marL="68580" marR="68580" marT="0" marB="0">
                    <a:lnT w="1905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24687297"/>
                  </a:ext>
                </a:extLst>
              </a:tr>
              <a:tr h="1594591">
                <a:tc>
                  <a:txBody>
                    <a:bodyPr/>
                    <a:lstStyle/>
                    <a:p>
                      <a:pPr>
                        <a:lnSpc>
                          <a:spcPct val="107000"/>
                        </a:lnSpc>
                        <a:spcAft>
                          <a:spcPts val="800"/>
                        </a:spcAft>
                      </a:pPr>
                      <a:r>
                        <a:rPr lang="en-GB" sz="1400" i="1" dirty="0">
                          <a:solidFill>
                            <a:srgbClr val="0073CF"/>
                          </a:solidFill>
                          <a:effectLst/>
                        </a:rPr>
                        <a:t>MPhil in Criminological Research</a:t>
                      </a:r>
                      <a:endParaRPr lang="en-GB" sz="1400" i="1" dirty="0">
                        <a:solidFill>
                          <a:srgbClr val="0073CF"/>
                        </a:solidFill>
                        <a:effectLst/>
                        <a:latin typeface="Arial (Heading)"/>
                        <a:ea typeface="Calibri" panose="020F0502020204030204" pitchFamily="34" charset="0"/>
                        <a:cs typeface="Times New Roman" panose="02020603050405020304" pitchFamily="18" charset="0"/>
                      </a:endParaRPr>
                    </a:p>
                  </a:txBody>
                  <a:tcPr marL="68580" marR="68580" marT="0" marB="0">
                    <a:lnR w="19050" cap="flat" cmpd="sng" algn="ctr">
                      <a:solidFill>
                        <a:schemeClr val="tx1"/>
                      </a:solidFill>
                      <a:prstDash val="solid"/>
                      <a:round/>
                      <a:headEnd type="none" w="med" len="med"/>
                      <a:tailEnd type="none" w="med" len="med"/>
                    </a:lnR>
                  </a:tcPr>
                </a:tc>
                <a:tc>
                  <a:txBody>
                    <a:bodyPr/>
                    <a:lstStyle/>
                    <a:p>
                      <a:pPr marL="103505" indent="-118110">
                        <a:lnSpc>
                          <a:spcPct val="107000"/>
                        </a:lnSpc>
                        <a:spcAft>
                          <a:spcPts val="800"/>
                        </a:spcAft>
                      </a:pPr>
                      <a:r>
                        <a:rPr lang="en-GB" sz="1400">
                          <a:effectLst/>
                        </a:rPr>
                        <a:t>1) Practice Essay</a:t>
                      </a:r>
                    </a:p>
                    <a:p>
                      <a:pPr marL="103505" indent="-118110">
                        <a:lnSpc>
                          <a:spcPct val="107000"/>
                        </a:lnSpc>
                        <a:spcAft>
                          <a:spcPts val="800"/>
                        </a:spcAft>
                      </a:pPr>
                      <a:r>
                        <a:rPr lang="en-GB" sz="1400">
                          <a:effectLst/>
                        </a:rPr>
                        <a:t>2) Criminological Theories Essay</a:t>
                      </a:r>
                    </a:p>
                    <a:p>
                      <a:pPr marL="103505" indent="-118110">
                        <a:lnSpc>
                          <a:spcPct val="107000"/>
                        </a:lnSpc>
                        <a:spcAft>
                          <a:spcPts val="800"/>
                        </a:spcAft>
                      </a:pPr>
                      <a:r>
                        <a:rPr lang="en-GB" sz="1400">
                          <a:effectLst/>
                        </a:rPr>
                        <a:t>3) Option 1 Essay</a:t>
                      </a:r>
                    </a:p>
                    <a:p>
                      <a:pPr marL="103505" indent="-118110">
                        <a:lnSpc>
                          <a:spcPct val="107000"/>
                        </a:lnSpc>
                        <a:spcAft>
                          <a:spcPts val="800"/>
                        </a:spcAft>
                      </a:pPr>
                      <a:r>
                        <a:rPr lang="en-GB" sz="1400">
                          <a:effectLst/>
                        </a:rPr>
                        <a:t>4) Criminological Methods Essay/Exercise </a:t>
                      </a:r>
                      <a:endParaRPr lang="en-GB" sz="1400">
                        <a:effectLst/>
                        <a:latin typeface="Arial (Heading)"/>
                        <a:ea typeface="Calibri" panose="020F0502020204030204" pitchFamily="34" charset="0"/>
                        <a:cs typeface="Times New Roman" panose="02020603050405020304" pitchFamily="18" charset="0"/>
                      </a:endParaRPr>
                    </a:p>
                  </a:txBody>
                  <a:tcPr marL="68580" marR="68580" marT="0" marB="0">
                    <a:lnL w="19050" cap="flat" cmpd="sng" algn="ctr">
                      <a:solidFill>
                        <a:schemeClr val="tx1"/>
                      </a:solidFill>
                      <a:prstDash val="solid"/>
                      <a:round/>
                      <a:headEnd type="none" w="med" len="med"/>
                      <a:tailEnd type="none" w="med" len="med"/>
                    </a:lnL>
                  </a:tcPr>
                </a:tc>
                <a:tc>
                  <a:txBody>
                    <a:bodyPr/>
                    <a:lstStyle/>
                    <a:p>
                      <a:pPr marL="18415">
                        <a:lnSpc>
                          <a:spcPct val="107000"/>
                        </a:lnSpc>
                        <a:spcAft>
                          <a:spcPts val="800"/>
                        </a:spcAft>
                      </a:pPr>
                      <a:r>
                        <a:rPr lang="en-GB" sz="1400">
                          <a:effectLst/>
                        </a:rPr>
                        <a:t>5) SSRMP Exercise</a:t>
                      </a:r>
                    </a:p>
                    <a:p>
                      <a:pPr marL="18415">
                        <a:lnSpc>
                          <a:spcPct val="107000"/>
                        </a:lnSpc>
                        <a:spcAft>
                          <a:spcPts val="800"/>
                        </a:spcAft>
                      </a:pPr>
                      <a:r>
                        <a:rPr lang="en-GB" sz="1400">
                          <a:effectLst/>
                        </a:rPr>
                        <a:t>6) Option 2 Essay</a:t>
                      </a:r>
                      <a:endParaRPr lang="en-GB" sz="1400">
                        <a:effectLst/>
                        <a:latin typeface="Arial (Heading)"/>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GB" sz="1400" dirty="0">
                          <a:effectLst/>
                        </a:rPr>
                        <a:t>Dissertation</a:t>
                      </a:r>
                      <a:endParaRPr lang="en-GB" sz="1400" dirty="0">
                        <a:effectLst/>
                        <a:latin typeface="Arial (Heading)"/>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96404790"/>
                  </a:ext>
                </a:extLst>
              </a:tr>
            </a:tbl>
          </a:graphicData>
        </a:graphic>
      </p:graphicFrame>
    </p:spTree>
    <p:extLst>
      <p:ext uri="{BB962C8B-B14F-4D97-AF65-F5344CB8AC3E}">
        <p14:creationId xmlns:p14="http://schemas.microsoft.com/office/powerpoint/2010/main" val="1365729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8874E-F1A9-F135-239F-5EF2F41E5492}"/>
              </a:ext>
            </a:extLst>
          </p:cNvPr>
          <p:cNvSpPr>
            <a:spLocks noGrp="1"/>
          </p:cNvSpPr>
          <p:nvPr>
            <p:ph type="title"/>
          </p:nvPr>
        </p:nvSpPr>
        <p:spPr/>
        <p:txBody>
          <a:bodyPr/>
          <a:lstStyle/>
          <a:p>
            <a:r>
              <a:rPr lang="en-GB" dirty="0"/>
              <a:t>Essay Mark Scheme</a:t>
            </a:r>
          </a:p>
        </p:txBody>
      </p:sp>
      <p:pic>
        <p:nvPicPr>
          <p:cNvPr id="5" name="Picture 4">
            <a:extLst>
              <a:ext uri="{FF2B5EF4-FFF2-40B4-BE49-F238E27FC236}">
                <a16:creationId xmlns:a16="http://schemas.microsoft.com/office/drawing/2014/main" id="{D341CCB6-B55A-94C2-4D11-AC2A5718D1EF}"/>
              </a:ext>
            </a:extLst>
          </p:cNvPr>
          <p:cNvPicPr>
            <a:picLocks noChangeAspect="1"/>
          </p:cNvPicPr>
          <p:nvPr/>
        </p:nvPicPr>
        <p:blipFill>
          <a:blip r:embed="rId3"/>
          <a:stretch>
            <a:fillRect/>
          </a:stretch>
        </p:blipFill>
        <p:spPr>
          <a:xfrm>
            <a:off x="1192576" y="1340768"/>
            <a:ext cx="6758848" cy="4796820"/>
          </a:xfrm>
          <a:prstGeom prst="rect">
            <a:avLst/>
          </a:prstGeom>
        </p:spPr>
      </p:pic>
      <p:sp>
        <p:nvSpPr>
          <p:cNvPr id="7" name="TextBox 6">
            <a:extLst>
              <a:ext uri="{FF2B5EF4-FFF2-40B4-BE49-F238E27FC236}">
                <a16:creationId xmlns:a16="http://schemas.microsoft.com/office/drawing/2014/main" id="{63B2AD3B-E5CC-3DFB-C6BF-597DE42C37F7}"/>
              </a:ext>
            </a:extLst>
          </p:cNvPr>
          <p:cNvSpPr txBox="1"/>
          <p:nvPr/>
        </p:nvSpPr>
        <p:spPr>
          <a:xfrm>
            <a:off x="4427984" y="6327969"/>
            <a:ext cx="4572000" cy="307777"/>
          </a:xfrm>
          <a:prstGeom prst="rect">
            <a:avLst/>
          </a:prstGeom>
          <a:noFill/>
        </p:spPr>
        <p:txBody>
          <a:bodyPr wrap="square">
            <a:spAutoFit/>
          </a:bodyPr>
          <a:lstStyle/>
          <a:p>
            <a:pPr algn="r"/>
            <a:r>
              <a:rPr lang="en-GB" sz="1400" i="1" dirty="0">
                <a:solidFill>
                  <a:schemeClr val="bg1"/>
                </a:solidFill>
              </a:rPr>
              <a:t>See p.42-43 in the MPhil Handbook</a:t>
            </a:r>
          </a:p>
        </p:txBody>
      </p:sp>
      <p:sp>
        <p:nvSpPr>
          <p:cNvPr id="8" name="Rectangle 7">
            <a:extLst>
              <a:ext uri="{FF2B5EF4-FFF2-40B4-BE49-F238E27FC236}">
                <a16:creationId xmlns:a16="http://schemas.microsoft.com/office/drawing/2014/main" id="{0E6ACD44-965E-4F0C-916C-81E84D7626BA}"/>
              </a:ext>
            </a:extLst>
          </p:cNvPr>
          <p:cNvSpPr/>
          <p:nvPr/>
        </p:nvSpPr>
        <p:spPr>
          <a:xfrm>
            <a:off x="1115616" y="1340768"/>
            <a:ext cx="6912768" cy="24482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98800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BB2DE326-59F2-4945-9535-0AF48B41A394}"/>
              </a:ext>
            </a:extLst>
          </p:cNvPr>
          <p:cNvSpPr>
            <a:spLocks noGrp="1" noChangeArrowheads="1"/>
          </p:cNvSpPr>
          <p:nvPr>
            <p:ph type="title"/>
          </p:nvPr>
        </p:nvSpPr>
        <p:spPr/>
        <p:txBody>
          <a:bodyPr/>
          <a:lstStyle/>
          <a:p>
            <a:pPr eaLnBrk="1" hangingPunct="1"/>
            <a:r>
              <a:rPr lang="en-US" altLang="en-US" dirty="0"/>
              <a:t>Essay Mark Scheme</a:t>
            </a:r>
          </a:p>
        </p:txBody>
      </p:sp>
      <p:pic>
        <p:nvPicPr>
          <p:cNvPr id="3" name="Picture 2">
            <a:extLst>
              <a:ext uri="{FF2B5EF4-FFF2-40B4-BE49-F238E27FC236}">
                <a16:creationId xmlns:a16="http://schemas.microsoft.com/office/drawing/2014/main" id="{D72752A1-C74F-EA40-FE6E-D31023E95E37}"/>
              </a:ext>
            </a:extLst>
          </p:cNvPr>
          <p:cNvPicPr>
            <a:picLocks noChangeAspect="1"/>
          </p:cNvPicPr>
          <p:nvPr/>
        </p:nvPicPr>
        <p:blipFill>
          <a:blip r:embed="rId3"/>
          <a:stretch>
            <a:fillRect/>
          </a:stretch>
        </p:blipFill>
        <p:spPr>
          <a:xfrm>
            <a:off x="742618" y="2204864"/>
            <a:ext cx="7658764" cy="2766300"/>
          </a:xfrm>
          <a:prstGeom prst="rect">
            <a:avLst/>
          </a:prstGeom>
        </p:spPr>
      </p:pic>
    </p:spTree>
    <p:extLst>
      <p:ext uri="{BB962C8B-B14F-4D97-AF65-F5344CB8AC3E}">
        <p14:creationId xmlns:p14="http://schemas.microsoft.com/office/powerpoint/2010/main" val="2562172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B3749-52F5-5F1A-7715-1CB545DFF6F4}"/>
              </a:ext>
            </a:extLst>
          </p:cNvPr>
          <p:cNvSpPr>
            <a:spLocks noGrp="1"/>
          </p:cNvSpPr>
          <p:nvPr>
            <p:ph type="title"/>
          </p:nvPr>
        </p:nvSpPr>
        <p:spPr/>
        <p:txBody>
          <a:bodyPr/>
          <a:lstStyle/>
          <a:p>
            <a:r>
              <a:rPr lang="en-GB" dirty="0"/>
              <a:t>Content</a:t>
            </a:r>
          </a:p>
        </p:txBody>
      </p:sp>
      <p:pic>
        <p:nvPicPr>
          <p:cNvPr id="7" name="Picture 6">
            <a:extLst>
              <a:ext uri="{FF2B5EF4-FFF2-40B4-BE49-F238E27FC236}">
                <a16:creationId xmlns:a16="http://schemas.microsoft.com/office/drawing/2014/main" id="{CF431A74-65CD-1A37-EEA2-96CEC39885BA}"/>
              </a:ext>
            </a:extLst>
          </p:cNvPr>
          <p:cNvPicPr>
            <a:picLocks noChangeAspect="1"/>
          </p:cNvPicPr>
          <p:nvPr/>
        </p:nvPicPr>
        <p:blipFill>
          <a:blip r:embed="rId3"/>
          <a:stretch>
            <a:fillRect/>
          </a:stretch>
        </p:blipFill>
        <p:spPr>
          <a:xfrm>
            <a:off x="2411760" y="1783804"/>
            <a:ext cx="4584476" cy="3902818"/>
          </a:xfrm>
          <a:prstGeom prst="rect">
            <a:avLst/>
          </a:prstGeom>
        </p:spPr>
      </p:pic>
      <p:sp>
        <p:nvSpPr>
          <p:cNvPr id="8" name="Rectangle 5">
            <a:extLst>
              <a:ext uri="{FF2B5EF4-FFF2-40B4-BE49-F238E27FC236}">
                <a16:creationId xmlns:a16="http://schemas.microsoft.com/office/drawing/2014/main" id="{E55E9702-DDF2-B6ED-1B37-9067E833F02D}"/>
              </a:ext>
            </a:extLst>
          </p:cNvPr>
          <p:cNvSpPr txBox="1">
            <a:spLocks noChangeArrowheads="1"/>
          </p:cNvSpPr>
          <p:nvPr/>
        </p:nvSpPr>
        <p:spPr bwMode="auto">
          <a:xfrm>
            <a:off x="5868351" y="5747642"/>
            <a:ext cx="3178126" cy="288032"/>
          </a:xfrm>
          <a:prstGeom prst="rect">
            <a:avLst/>
          </a:prstGeom>
          <a:noFill/>
          <a:ln>
            <a:solidFill>
              <a:schemeClr val="bg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269875" indent="-269875" algn="l" rtl="0" eaLnBrk="0" fontAlgn="base" hangingPunct="0">
              <a:spcBef>
                <a:spcPct val="0"/>
              </a:spcBef>
              <a:spcAft>
                <a:spcPct val="75000"/>
              </a:spcAft>
              <a:buChar char="•"/>
              <a:defRPr sz="2000">
                <a:solidFill>
                  <a:schemeClr val="tx1"/>
                </a:solidFill>
                <a:latin typeface="+mn-lt"/>
                <a:ea typeface="+mn-ea"/>
                <a:cs typeface="+mn-cs"/>
              </a:defRPr>
            </a:lvl1pPr>
            <a:lvl2pPr marL="538163" indent="-266700" algn="l" rtl="0" eaLnBrk="0" fontAlgn="base" hangingPunct="0">
              <a:spcBef>
                <a:spcPct val="0"/>
              </a:spcBef>
              <a:spcAft>
                <a:spcPct val="75000"/>
              </a:spcAft>
              <a:buChar char="•"/>
              <a:defRPr sz="2000">
                <a:solidFill>
                  <a:schemeClr val="tx1"/>
                </a:solidFill>
                <a:latin typeface="+mn-lt"/>
              </a:defRPr>
            </a:lvl2pPr>
            <a:lvl3pPr marL="809625" indent="-269875" algn="l" rtl="0" eaLnBrk="0" fontAlgn="base" hangingPunct="0">
              <a:spcBef>
                <a:spcPct val="0"/>
              </a:spcBef>
              <a:spcAft>
                <a:spcPct val="75000"/>
              </a:spcAft>
              <a:buChar char="•"/>
              <a:defRPr sz="2000">
                <a:solidFill>
                  <a:schemeClr val="tx1"/>
                </a:solidFill>
                <a:latin typeface="+mn-lt"/>
              </a:defRPr>
            </a:lvl3pPr>
            <a:lvl4pPr marL="1079500" indent="-268288" algn="l" rtl="0" eaLnBrk="0" fontAlgn="base" hangingPunct="0">
              <a:spcBef>
                <a:spcPct val="0"/>
              </a:spcBef>
              <a:spcAft>
                <a:spcPct val="75000"/>
              </a:spcAft>
              <a:buChar char="•"/>
              <a:defRPr sz="2000">
                <a:solidFill>
                  <a:schemeClr val="tx1"/>
                </a:solidFill>
                <a:latin typeface="+mn-lt"/>
              </a:defRPr>
            </a:lvl4pPr>
            <a:lvl5pPr marL="1350963" indent="-269875" algn="l" rtl="0" eaLnBrk="0" fontAlgn="base" hangingPunct="0">
              <a:spcBef>
                <a:spcPct val="0"/>
              </a:spcBef>
              <a:spcAft>
                <a:spcPct val="75000"/>
              </a:spcAft>
              <a:buChar char="•"/>
              <a:defRPr sz="2000">
                <a:solidFill>
                  <a:schemeClr val="tx1"/>
                </a:solidFill>
                <a:latin typeface="+mn-lt"/>
              </a:defRPr>
            </a:lvl5pPr>
            <a:lvl6pPr marL="1808163" indent="-269875" algn="l" rtl="0" fontAlgn="base">
              <a:spcBef>
                <a:spcPct val="0"/>
              </a:spcBef>
              <a:spcAft>
                <a:spcPct val="75000"/>
              </a:spcAft>
              <a:buChar char="•"/>
              <a:defRPr sz="2000">
                <a:solidFill>
                  <a:schemeClr val="tx1"/>
                </a:solidFill>
                <a:latin typeface="+mn-lt"/>
              </a:defRPr>
            </a:lvl6pPr>
            <a:lvl7pPr marL="2265363" indent="-269875" algn="l" rtl="0" fontAlgn="base">
              <a:spcBef>
                <a:spcPct val="0"/>
              </a:spcBef>
              <a:spcAft>
                <a:spcPct val="75000"/>
              </a:spcAft>
              <a:buChar char="•"/>
              <a:defRPr sz="2000">
                <a:solidFill>
                  <a:schemeClr val="tx1"/>
                </a:solidFill>
                <a:latin typeface="+mn-lt"/>
              </a:defRPr>
            </a:lvl7pPr>
            <a:lvl8pPr marL="2722563" indent="-269875" algn="l" rtl="0" fontAlgn="base">
              <a:spcBef>
                <a:spcPct val="0"/>
              </a:spcBef>
              <a:spcAft>
                <a:spcPct val="75000"/>
              </a:spcAft>
              <a:buChar char="•"/>
              <a:defRPr sz="2000">
                <a:solidFill>
                  <a:schemeClr val="tx1"/>
                </a:solidFill>
                <a:latin typeface="+mn-lt"/>
              </a:defRPr>
            </a:lvl8pPr>
            <a:lvl9pPr marL="3179763" indent="-269875" algn="l" rtl="0" fontAlgn="base">
              <a:spcBef>
                <a:spcPct val="0"/>
              </a:spcBef>
              <a:spcAft>
                <a:spcPct val="75000"/>
              </a:spcAft>
              <a:buChar char="•"/>
              <a:defRPr sz="2000">
                <a:solidFill>
                  <a:schemeClr val="tx1"/>
                </a:solidFill>
                <a:latin typeface="+mn-lt"/>
              </a:defRPr>
            </a:lvl9pPr>
          </a:lstStyle>
          <a:p>
            <a:pPr marL="0" indent="0" algn="ctr" eaLnBrk="1" hangingPunct="1">
              <a:buFontTx/>
              <a:buNone/>
            </a:pPr>
            <a:r>
              <a:rPr lang="en-US" altLang="en-US" sz="1800" i="1" kern="0" dirty="0">
                <a:solidFill>
                  <a:sysClr val="windowText" lastClr="000000"/>
                </a:solidFill>
              </a:rPr>
              <a:t>Bloom (1956)</a:t>
            </a:r>
          </a:p>
        </p:txBody>
      </p:sp>
    </p:spTree>
    <p:extLst>
      <p:ext uri="{BB962C8B-B14F-4D97-AF65-F5344CB8AC3E}">
        <p14:creationId xmlns:p14="http://schemas.microsoft.com/office/powerpoint/2010/main" val="4132111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BB2DE326-59F2-4945-9535-0AF48B41A394}"/>
              </a:ext>
            </a:extLst>
          </p:cNvPr>
          <p:cNvSpPr>
            <a:spLocks noGrp="1" noChangeArrowheads="1"/>
          </p:cNvSpPr>
          <p:nvPr>
            <p:ph type="title"/>
          </p:nvPr>
        </p:nvSpPr>
        <p:spPr/>
        <p:txBody>
          <a:bodyPr/>
          <a:lstStyle/>
          <a:p>
            <a:pPr eaLnBrk="1" hangingPunct="1"/>
            <a:r>
              <a:rPr lang="en-US" altLang="en-US" dirty="0"/>
              <a:t>Common Pitfalls</a:t>
            </a:r>
          </a:p>
        </p:txBody>
      </p:sp>
      <p:sp>
        <p:nvSpPr>
          <p:cNvPr id="4099" name="Rectangle 5">
            <a:extLst>
              <a:ext uri="{FF2B5EF4-FFF2-40B4-BE49-F238E27FC236}">
                <a16:creationId xmlns:a16="http://schemas.microsoft.com/office/drawing/2014/main" id="{A869C384-EAEC-447D-BE1A-AEAD569499E4}"/>
              </a:ext>
            </a:extLst>
          </p:cNvPr>
          <p:cNvSpPr>
            <a:spLocks noGrp="1" noChangeArrowheads="1"/>
          </p:cNvSpPr>
          <p:nvPr>
            <p:ph type="body" idx="1"/>
          </p:nvPr>
        </p:nvSpPr>
        <p:spPr/>
        <p:txBody>
          <a:bodyPr/>
          <a:lstStyle/>
          <a:p>
            <a:pPr eaLnBrk="1" hangingPunct="1"/>
            <a:r>
              <a:rPr lang="en-GB" dirty="0"/>
              <a:t>Failure to answer the question </a:t>
            </a:r>
          </a:p>
          <a:p>
            <a:pPr eaLnBrk="1" hangingPunct="1"/>
            <a:r>
              <a:rPr lang="en-GB" dirty="0"/>
              <a:t>Weakness in argument and evidence </a:t>
            </a:r>
          </a:p>
          <a:p>
            <a:pPr eaLnBrk="1" hangingPunct="1"/>
            <a:r>
              <a:rPr lang="en-GB" dirty="0"/>
              <a:t>Lack of knowledge of significant material </a:t>
            </a:r>
          </a:p>
          <a:p>
            <a:pPr eaLnBrk="1" hangingPunct="1"/>
            <a:r>
              <a:rPr lang="en-GB" dirty="0"/>
              <a:t>Organisational deficiencies </a:t>
            </a:r>
          </a:p>
          <a:p>
            <a:pPr eaLnBrk="1" hangingPunct="1"/>
            <a:r>
              <a:rPr lang="en-GB" dirty="0"/>
              <a:t>Significant inaccuracies</a:t>
            </a:r>
            <a:endParaRPr lang="en-US" altLang="en-US" dirty="0"/>
          </a:p>
        </p:txBody>
      </p:sp>
      <p:sp>
        <p:nvSpPr>
          <p:cNvPr id="4" name="TextBox 3">
            <a:extLst>
              <a:ext uri="{FF2B5EF4-FFF2-40B4-BE49-F238E27FC236}">
                <a16:creationId xmlns:a16="http://schemas.microsoft.com/office/drawing/2014/main" id="{6CF54747-0AD8-666A-CE3D-1403883609F2}"/>
              </a:ext>
            </a:extLst>
          </p:cNvPr>
          <p:cNvSpPr txBox="1"/>
          <p:nvPr/>
        </p:nvSpPr>
        <p:spPr>
          <a:xfrm>
            <a:off x="4427984" y="6327969"/>
            <a:ext cx="4572000" cy="307777"/>
          </a:xfrm>
          <a:prstGeom prst="rect">
            <a:avLst/>
          </a:prstGeom>
          <a:noFill/>
        </p:spPr>
        <p:txBody>
          <a:bodyPr wrap="square">
            <a:spAutoFit/>
          </a:bodyPr>
          <a:lstStyle/>
          <a:p>
            <a:pPr algn="r"/>
            <a:r>
              <a:rPr lang="en-GB" sz="1400" i="1" dirty="0">
                <a:solidFill>
                  <a:schemeClr val="bg1"/>
                </a:solidFill>
              </a:rPr>
              <a:t>See p.42-43 in the MPhil Handbook</a:t>
            </a:r>
          </a:p>
        </p:txBody>
      </p:sp>
      <p:pic>
        <p:nvPicPr>
          <p:cNvPr id="2052" name="Picture 4" descr="Avoid Stock Illustrations – 27,954 Avoid Stock Illustrations, Vectors &amp;  Clipart - Dreamstime">
            <a:extLst>
              <a:ext uri="{FF2B5EF4-FFF2-40B4-BE49-F238E27FC236}">
                <a16:creationId xmlns:a16="http://schemas.microsoft.com/office/drawing/2014/main" id="{1CCAA321-82BD-4DFB-1ED4-DAFA6622E0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56784" y="2204864"/>
            <a:ext cx="2448272" cy="2448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5795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BB2DE326-59F2-4945-9535-0AF48B41A394}"/>
              </a:ext>
            </a:extLst>
          </p:cNvPr>
          <p:cNvSpPr>
            <a:spLocks noGrp="1" noChangeArrowheads="1"/>
          </p:cNvSpPr>
          <p:nvPr>
            <p:ph type="title"/>
          </p:nvPr>
        </p:nvSpPr>
        <p:spPr/>
        <p:txBody>
          <a:bodyPr/>
          <a:lstStyle/>
          <a:p>
            <a:pPr eaLnBrk="1" hangingPunct="1"/>
            <a:r>
              <a:rPr lang="en-US" altLang="en-US" dirty="0"/>
              <a:t>Answering the Question</a:t>
            </a:r>
          </a:p>
        </p:txBody>
      </p:sp>
      <p:sp>
        <p:nvSpPr>
          <p:cNvPr id="4099" name="Rectangle 5">
            <a:extLst>
              <a:ext uri="{FF2B5EF4-FFF2-40B4-BE49-F238E27FC236}">
                <a16:creationId xmlns:a16="http://schemas.microsoft.com/office/drawing/2014/main" id="{A869C384-EAEC-447D-BE1A-AEAD569499E4}"/>
              </a:ext>
            </a:extLst>
          </p:cNvPr>
          <p:cNvSpPr>
            <a:spLocks noGrp="1" noChangeArrowheads="1"/>
          </p:cNvSpPr>
          <p:nvPr>
            <p:ph type="body" idx="1"/>
          </p:nvPr>
        </p:nvSpPr>
        <p:spPr/>
        <p:txBody>
          <a:bodyPr/>
          <a:lstStyle/>
          <a:p>
            <a:pPr eaLnBrk="1" hangingPunct="1"/>
            <a:r>
              <a:rPr lang="en-GB" b="1" dirty="0"/>
              <a:t>Identify </a:t>
            </a:r>
            <a:r>
              <a:rPr lang="en-GB" b="1" u="sng" dirty="0"/>
              <a:t>content</a:t>
            </a:r>
            <a:r>
              <a:rPr lang="en-GB" b="1" dirty="0"/>
              <a:t> and </a:t>
            </a:r>
            <a:r>
              <a:rPr lang="en-GB" b="1" u="sng" dirty="0"/>
              <a:t>command</a:t>
            </a:r>
            <a:r>
              <a:rPr lang="en-GB" b="1" dirty="0"/>
              <a:t> words </a:t>
            </a:r>
          </a:p>
          <a:p>
            <a:pPr lvl="2" eaLnBrk="1" hangingPunct="1"/>
            <a:r>
              <a:rPr lang="en-GB" dirty="0"/>
              <a:t>Which key concepts do you need to define and analyse? </a:t>
            </a:r>
          </a:p>
          <a:p>
            <a:pPr lvl="2" eaLnBrk="1" hangingPunct="1"/>
            <a:r>
              <a:rPr lang="en-GB" dirty="0"/>
              <a:t>What skills do you need to apply? </a:t>
            </a:r>
          </a:p>
          <a:p>
            <a:pPr eaLnBrk="1" hangingPunct="1"/>
            <a:r>
              <a:rPr lang="en-GB" b="1" dirty="0"/>
              <a:t>‘Question the question’ </a:t>
            </a:r>
          </a:p>
          <a:p>
            <a:pPr lvl="2" eaLnBrk="1" hangingPunct="1"/>
            <a:r>
              <a:rPr lang="en-GB" dirty="0"/>
              <a:t>What are the main problems the question raises? </a:t>
            </a:r>
          </a:p>
          <a:p>
            <a:pPr lvl="2" eaLnBrk="1" hangingPunct="1"/>
            <a:r>
              <a:rPr lang="en-GB" dirty="0"/>
              <a:t>Does the question make any assumptions? Are they justifiable? </a:t>
            </a:r>
          </a:p>
          <a:p>
            <a:pPr lvl="2" eaLnBrk="1" hangingPunct="1"/>
            <a:r>
              <a:rPr lang="en-GB" dirty="0"/>
              <a:t>Are there any ambiguities in the question? </a:t>
            </a:r>
          </a:p>
          <a:p>
            <a:pPr eaLnBrk="1" hangingPunct="1"/>
            <a:r>
              <a:rPr lang="en-GB" b="1" dirty="0"/>
              <a:t>Cover all relevant areas </a:t>
            </a:r>
            <a:endParaRPr lang="en-US" altLang="en-US" b="1" dirty="0"/>
          </a:p>
        </p:txBody>
      </p:sp>
    </p:spTree>
    <p:extLst>
      <p:ext uri="{BB962C8B-B14F-4D97-AF65-F5344CB8AC3E}">
        <p14:creationId xmlns:p14="http://schemas.microsoft.com/office/powerpoint/2010/main" val="4074848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AC2F5-1E08-707D-B33F-F996A3492A3E}"/>
              </a:ext>
            </a:extLst>
          </p:cNvPr>
          <p:cNvSpPr>
            <a:spLocks noGrp="1"/>
          </p:cNvSpPr>
          <p:nvPr>
            <p:ph type="title"/>
          </p:nvPr>
        </p:nvSpPr>
        <p:spPr/>
        <p:txBody>
          <a:bodyPr/>
          <a:lstStyle/>
          <a:p>
            <a:r>
              <a:rPr lang="en-GB" dirty="0"/>
              <a:t>Answering the Question</a:t>
            </a:r>
          </a:p>
        </p:txBody>
      </p:sp>
      <p:sp>
        <p:nvSpPr>
          <p:cNvPr id="4" name="TextBox 3">
            <a:extLst>
              <a:ext uri="{FF2B5EF4-FFF2-40B4-BE49-F238E27FC236}">
                <a16:creationId xmlns:a16="http://schemas.microsoft.com/office/drawing/2014/main" id="{1DAFE2F5-C4FA-F054-5A31-B5FC940B8CBC}"/>
              </a:ext>
            </a:extLst>
          </p:cNvPr>
          <p:cNvSpPr txBox="1"/>
          <p:nvPr/>
        </p:nvSpPr>
        <p:spPr>
          <a:xfrm>
            <a:off x="1187624" y="2828835"/>
            <a:ext cx="6768752" cy="707886"/>
          </a:xfrm>
          <a:prstGeom prst="rect">
            <a:avLst/>
          </a:prstGeom>
          <a:noFill/>
        </p:spPr>
        <p:txBody>
          <a:bodyPr wrap="square">
            <a:spAutoFit/>
          </a:bodyPr>
          <a:lstStyle/>
          <a:p>
            <a:pPr algn="ctr"/>
            <a:r>
              <a:rPr lang="en-GB" sz="2000" dirty="0"/>
              <a:t>Example Q: </a:t>
            </a:r>
            <a:r>
              <a:rPr lang="en-GB" sz="2000" b="1" dirty="0"/>
              <a:t>What is the role of prison staff in shaping the experience of prisoners?</a:t>
            </a:r>
          </a:p>
        </p:txBody>
      </p:sp>
    </p:spTree>
    <p:extLst>
      <p:ext uri="{BB962C8B-B14F-4D97-AF65-F5344CB8AC3E}">
        <p14:creationId xmlns:p14="http://schemas.microsoft.com/office/powerpoint/2010/main" val="4238333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BB2DE326-59F2-4945-9535-0AF48B41A394}"/>
              </a:ext>
            </a:extLst>
          </p:cNvPr>
          <p:cNvSpPr>
            <a:spLocks noGrp="1" noChangeArrowheads="1"/>
          </p:cNvSpPr>
          <p:nvPr>
            <p:ph type="title"/>
          </p:nvPr>
        </p:nvSpPr>
        <p:spPr/>
        <p:txBody>
          <a:bodyPr/>
          <a:lstStyle/>
          <a:p>
            <a:pPr eaLnBrk="1" hangingPunct="1"/>
            <a:r>
              <a:rPr lang="en-US" altLang="en-US" dirty="0"/>
              <a:t>Essay Structure</a:t>
            </a:r>
          </a:p>
        </p:txBody>
      </p:sp>
      <p:sp>
        <p:nvSpPr>
          <p:cNvPr id="4099" name="Rectangle 5">
            <a:extLst>
              <a:ext uri="{FF2B5EF4-FFF2-40B4-BE49-F238E27FC236}">
                <a16:creationId xmlns:a16="http://schemas.microsoft.com/office/drawing/2014/main" id="{A869C384-EAEC-447D-BE1A-AEAD569499E4}"/>
              </a:ext>
            </a:extLst>
          </p:cNvPr>
          <p:cNvSpPr>
            <a:spLocks noGrp="1" noChangeArrowheads="1"/>
          </p:cNvSpPr>
          <p:nvPr>
            <p:ph type="body" idx="1"/>
          </p:nvPr>
        </p:nvSpPr>
        <p:spPr>
          <a:xfrm>
            <a:off x="384175" y="1708150"/>
            <a:ext cx="5483969" cy="4067175"/>
          </a:xfrm>
        </p:spPr>
        <p:txBody>
          <a:bodyPr/>
          <a:lstStyle/>
          <a:p>
            <a:pPr eaLnBrk="1" hangingPunct="1"/>
            <a:r>
              <a:rPr lang="en-GB" b="1" dirty="0"/>
              <a:t>Plan the structure of your essay </a:t>
            </a:r>
          </a:p>
          <a:p>
            <a:pPr lvl="2" eaLnBrk="1" hangingPunct="1"/>
            <a:r>
              <a:rPr lang="en-GB" dirty="0"/>
              <a:t>Identify key arguments </a:t>
            </a:r>
          </a:p>
          <a:p>
            <a:pPr lvl="2" eaLnBrk="1" hangingPunct="1"/>
            <a:r>
              <a:rPr lang="en-GB" dirty="0"/>
              <a:t>Calculate word counts (can be up to 5% more than the word count)</a:t>
            </a:r>
          </a:p>
          <a:p>
            <a:pPr lvl="2" eaLnBrk="1" hangingPunct="1"/>
            <a:r>
              <a:rPr lang="en-GB" dirty="0"/>
              <a:t>Discuss with your supervisor</a:t>
            </a:r>
          </a:p>
          <a:p>
            <a:pPr eaLnBrk="1" hangingPunct="1"/>
            <a:r>
              <a:rPr lang="en-GB" b="1" dirty="0"/>
              <a:t>Organise material effectively</a:t>
            </a:r>
            <a:endParaRPr lang="en-US" altLang="en-US" b="1" dirty="0"/>
          </a:p>
        </p:txBody>
      </p:sp>
      <p:sp>
        <p:nvSpPr>
          <p:cNvPr id="2" name="Isosceles Triangle 1">
            <a:extLst>
              <a:ext uri="{FF2B5EF4-FFF2-40B4-BE49-F238E27FC236}">
                <a16:creationId xmlns:a16="http://schemas.microsoft.com/office/drawing/2014/main" id="{50262C7C-32B2-68AE-47D0-52B4BD5E5B59}"/>
              </a:ext>
            </a:extLst>
          </p:cNvPr>
          <p:cNvSpPr/>
          <p:nvPr/>
        </p:nvSpPr>
        <p:spPr>
          <a:xfrm>
            <a:off x="6012160" y="4544174"/>
            <a:ext cx="2825354" cy="92654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Conclusion</a:t>
            </a:r>
          </a:p>
        </p:txBody>
      </p:sp>
      <p:sp>
        <p:nvSpPr>
          <p:cNvPr id="5" name="Flowchart: Merge 4">
            <a:extLst>
              <a:ext uri="{FF2B5EF4-FFF2-40B4-BE49-F238E27FC236}">
                <a16:creationId xmlns:a16="http://schemas.microsoft.com/office/drawing/2014/main" id="{ECAB684E-8233-1B7A-BE59-E635DBF371EC}"/>
              </a:ext>
            </a:extLst>
          </p:cNvPr>
          <p:cNvSpPr/>
          <p:nvPr/>
        </p:nvSpPr>
        <p:spPr>
          <a:xfrm>
            <a:off x="6012160" y="2132856"/>
            <a:ext cx="2825354" cy="926549"/>
          </a:xfrm>
          <a:prstGeom prst="flowChartMer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Introduction</a:t>
            </a:r>
          </a:p>
        </p:txBody>
      </p:sp>
      <p:sp>
        <p:nvSpPr>
          <p:cNvPr id="6" name="Rectangle 5">
            <a:extLst>
              <a:ext uri="{FF2B5EF4-FFF2-40B4-BE49-F238E27FC236}">
                <a16:creationId xmlns:a16="http://schemas.microsoft.com/office/drawing/2014/main" id="{C2059C52-B73C-918C-87A9-5EE585A320B4}"/>
              </a:ext>
            </a:extLst>
          </p:cNvPr>
          <p:cNvSpPr/>
          <p:nvPr/>
        </p:nvSpPr>
        <p:spPr>
          <a:xfrm>
            <a:off x="6012160" y="3143330"/>
            <a:ext cx="2825354" cy="13105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Body Paragraphs</a:t>
            </a:r>
          </a:p>
        </p:txBody>
      </p:sp>
    </p:spTree>
    <p:extLst>
      <p:ext uri="{BB962C8B-B14F-4D97-AF65-F5344CB8AC3E}">
        <p14:creationId xmlns:p14="http://schemas.microsoft.com/office/powerpoint/2010/main" val="3000178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BB2DE326-59F2-4945-9535-0AF48B41A394}"/>
              </a:ext>
            </a:extLst>
          </p:cNvPr>
          <p:cNvSpPr>
            <a:spLocks noGrp="1" noChangeArrowheads="1"/>
          </p:cNvSpPr>
          <p:nvPr>
            <p:ph type="title"/>
          </p:nvPr>
        </p:nvSpPr>
        <p:spPr/>
        <p:txBody>
          <a:bodyPr/>
          <a:lstStyle/>
          <a:p>
            <a:pPr eaLnBrk="1" hangingPunct="1"/>
            <a:r>
              <a:rPr lang="en-US" altLang="en-US" dirty="0"/>
              <a:t>Introduction</a:t>
            </a:r>
          </a:p>
        </p:txBody>
      </p:sp>
      <p:sp>
        <p:nvSpPr>
          <p:cNvPr id="4099" name="Rectangle 5">
            <a:extLst>
              <a:ext uri="{FF2B5EF4-FFF2-40B4-BE49-F238E27FC236}">
                <a16:creationId xmlns:a16="http://schemas.microsoft.com/office/drawing/2014/main" id="{A869C384-EAEC-447D-BE1A-AEAD569499E4}"/>
              </a:ext>
            </a:extLst>
          </p:cNvPr>
          <p:cNvSpPr>
            <a:spLocks noGrp="1" noChangeArrowheads="1"/>
          </p:cNvSpPr>
          <p:nvPr>
            <p:ph type="body" idx="1"/>
          </p:nvPr>
        </p:nvSpPr>
        <p:spPr>
          <a:xfrm>
            <a:off x="5580112" y="5445225"/>
            <a:ext cx="3178126" cy="288032"/>
          </a:xfrm>
          <a:ln>
            <a:solidFill>
              <a:schemeClr val="bg1"/>
            </a:solidFill>
          </a:ln>
        </p:spPr>
        <p:txBody>
          <a:bodyPr/>
          <a:lstStyle/>
          <a:p>
            <a:pPr marL="0" indent="0" algn="ctr" eaLnBrk="1" hangingPunct="1">
              <a:buNone/>
            </a:pPr>
            <a:r>
              <a:rPr lang="en-US" altLang="en-US" sz="1800" i="1" dirty="0">
                <a:solidFill>
                  <a:sysClr val="windowText" lastClr="000000"/>
                </a:solidFill>
              </a:rPr>
              <a:t>Maximum 10% of word count</a:t>
            </a:r>
          </a:p>
        </p:txBody>
      </p:sp>
      <p:graphicFrame>
        <p:nvGraphicFramePr>
          <p:cNvPr id="2" name="Diagram 1">
            <a:extLst>
              <a:ext uri="{FF2B5EF4-FFF2-40B4-BE49-F238E27FC236}">
                <a16:creationId xmlns:a16="http://schemas.microsoft.com/office/drawing/2014/main" id="{426F27AC-52A2-49F0-C447-12E09E6950AF}"/>
              </a:ext>
            </a:extLst>
          </p:cNvPr>
          <p:cNvGraphicFramePr/>
          <p:nvPr>
            <p:extLst>
              <p:ext uri="{D42A27DB-BD31-4B8C-83A1-F6EECF244321}">
                <p14:modId xmlns:p14="http://schemas.microsoft.com/office/powerpoint/2010/main" val="528098096"/>
              </p:ext>
            </p:extLst>
          </p:nvPr>
        </p:nvGraphicFramePr>
        <p:xfrm>
          <a:off x="1524000" y="1397000"/>
          <a:ext cx="5640288" cy="45522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0F3811B5-2B4E-34BB-3C29-6F3E244295C4}"/>
              </a:ext>
            </a:extLst>
          </p:cNvPr>
          <p:cNvSpPr txBox="1"/>
          <p:nvPr/>
        </p:nvSpPr>
        <p:spPr>
          <a:xfrm>
            <a:off x="3345160" y="4293096"/>
            <a:ext cx="1997968" cy="830997"/>
          </a:xfrm>
          <a:prstGeom prst="rect">
            <a:avLst/>
          </a:prstGeom>
          <a:noFill/>
        </p:spPr>
        <p:txBody>
          <a:bodyPr wrap="square">
            <a:spAutoFit/>
          </a:bodyPr>
          <a:lstStyle/>
          <a:p>
            <a:pPr lvl="0" algn="ctr"/>
            <a:r>
              <a:rPr lang="en-GB" sz="1600" b="1" dirty="0"/>
              <a:t>Main points</a:t>
            </a:r>
          </a:p>
          <a:p>
            <a:pPr lvl="0" algn="ctr"/>
            <a:r>
              <a:rPr lang="en-GB" sz="1600" dirty="0"/>
              <a:t>Describe the structure</a:t>
            </a:r>
          </a:p>
        </p:txBody>
      </p:sp>
    </p:spTree>
    <p:extLst>
      <p:ext uri="{BB962C8B-B14F-4D97-AF65-F5344CB8AC3E}">
        <p14:creationId xmlns:p14="http://schemas.microsoft.com/office/powerpoint/2010/main" val="22033195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BB2DE326-59F2-4945-9535-0AF48B41A394}"/>
              </a:ext>
            </a:extLst>
          </p:cNvPr>
          <p:cNvSpPr>
            <a:spLocks noGrp="1" noChangeArrowheads="1"/>
          </p:cNvSpPr>
          <p:nvPr>
            <p:ph type="title"/>
          </p:nvPr>
        </p:nvSpPr>
        <p:spPr/>
        <p:txBody>
          <a:bodyPr/>
          <a:lstStyle/>
          <a:p>
            <a:pPr eaLnBrk="1" hangingPunct="1"/>
            <a:r>
              <a:rPr lang="en-US" altLang="en-US" dirty="0"/>
              <a:t>Paragraphs</a:t>
            </a:r>
          </a:p>
        </p:txBody>
      </p:sp>
      <p:sp>
        <p:nvSpPr>
          <p:cNvPr id="4099" name="Rectangle 5">
            <a:extLst>
              <a:ext uri="{FF2B5EF4-FFF2-40B4-BE49-F238E27FC236}">
                <a16:creationId xmlns:a16="http://schemas.microsoft.com/office/drawing/2014/main" id="{A869C384-EAEC-447D-BE1A-AEAD569499E4}"/>
              </a:ext>
            </a:extLst>
          </p:cNvPr>
          <p:cNvSpPr>
            <a:spLocks noGrp="1" noChangeArrowheads="1"/>
          </p:cNvSpPr>
          <p:nvPr>
            <p:ph type="body" idx="1"/>
          </p:nvPr>
        </p:nvSpPr>
        <p:spPr>
          <a:xfrm>
            <a:off x="384175" y="1708150"/>
            <a:ext cx="5699993" cy="4313138"/>
          </a:xfrm>
        </p:spPr>
        <p:txBody>
          <a:bodyPr/>
          <a:lstStyle/>
          <a:p>
            <a:pPr eaLnBrk="1" hangingPunct="1"/>
            <a:r>
              <a:rPr lang="en-GB" b="1" dirty="0"/>
              <a:t>One main idea </a:t>
            </a:r>
            <a:r>
              <a:rPr lang="en-GB" dirty="0"/>
              <a:t>per paragraph </a:t>
            </a:r>
          </a:p>
          <a:p>
            <a:pPr eaLnBrk="1" hangingPunct="1"/>
            <a:r>
              <a:rPr lang="en-GB" b="1" dirty="0"/>
              <a:t>Structuring paragraphs </a:t>
            </a:r>
          </a:p>
          <a:p>
            <a:pPr lvl="2" eaLnBrk="1" hangingPunct="1"/>
            <a:r>
              <a:rPr lang="en-GB" dirty="0"/>
              <a:t>Point, Evidence, Explanation and Link </a:t>
            </a:r>
          </a:p>
          <a:p>
            <a:pPr eaLnBrk="1" hangingPunct="1"/>
            <a:r>
              <a:rPr lang="en-GB" dirty="0"/>
              <a:t>Apply the </a:t>
            </a:r>
            <a:r>
              <a:rPr lang="en-GB" b="1" dirty="0"/>
              <a:t>BBC test </a:t>
            </a:r>
          </a:p>
          <a:p>
            <a:pPr lvl="2" eaLnBrk="1" hangingPunct="1"/>
            <a:r>
              <a:rPr lang="en-GB" dirty="0"/>
              <a:t>Build, blur, or corrode the argument</a:t>
            </a:r>
          </a:p>
          <a:p>
            <a:pPr eaLnBrk="1" hangingPunct="1"/>
            <a:r>
              <a:rPr lang="en-GB" b="1" dirty="0"/>
              <a:t>Reasonable length </a:t>
            </a:r>
            <a:r>
              <a:rPr lang="en-GB" dirty="0"/>
              <a:t>(150-200 words)</a:t>
            </a:r>
            <a:endParaRPr lang="en-US" altLang="en-US" dirty="0"/>
          </a:p>
          <a:p>
            <a:pPr eaLnBrk="1" hangingPunct="1"/>
            <a:endParaRPr lang="en-US" altLang="en-US" dirty="0"/>
          </a:p>
        </p:txBody>
      </p:sp>
      <p:sp>
        <p:nvSpPr>
          <p:cNvPr id="2" name="Rectangle 1">
            <a:extLst>
              <a:ext uri="{FF2B5EF4-FFF2-40B4-BE49-F238E27FC236}">
                <a16:creationId xmlns:a16="http://schemas.microsoft.com/office/drawing/2014/main" id="{13B71CC1-944C-B047-5E8C-4CFF1E3BD9E4}"/>
              </a:ext>
            </a:extLst>
          </p:cNvPr>
          <p:cNvSpPr/>
          <p:nvPr/>
        </p:nvSpPr>
        <p:spPr>
          <a:xfrm>
            <a:off x="6301209" y="1564804"/>
            <a:ext cx="2531641" cy="1072778"/>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rgbClr val="00305C"/>
                </a:solidFill>
              </a:rPr>
              <a:t>Topic</a:t>
            </a:r>
          </a:p>
          <a:p>
            <a:pPr algn="ctr"/>
            <a:r>
              <a:rPr lang="en-GB" sz="1200" dirty="0">
                <a:solidFill>
                  <a:srgbClr val="00305C"/>
                </a:solidFill>
              </a:rPr>
              <a:t>Introduces the focus of the paragraph</a:t>
            </a:r>
          </a:p>
        </p:txBody>
      </p:sp>
      <p:sp>
        <p:nvSpPr>
          <p:cNvPr id="3" name="Rectangle 2">
            <a:extLst>
              <a:ext uri="{FF2B5EF4-FFF2-40B4-BE49-F238E27FC236}">
                <a16:creationId xmlns:a16="http://schemas.microsoft.com/office/drawing/2014/main" id="{C88C0059-3B0C-AF55-81B4-B9839374C304}"/>
              </a:ext>
            </a:extLst>
          </p:cNvPr>
          <p:cNvSpPr/>
          <p:nvPr/>
        </p:nvSpPr>
        <p:spPr>
          <a:xfrm>
            <a:off x="6301209" y="2640583"/>
            <a:ext cx="2531641" cy="1072778"/>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rgbClr val="00305C"/>
                </a:solidFill>
              </a:rPr>
              <a:t>Body</a:t>
            </a:r>
          </a:p>
          <a:p>
            <a:pPr algn="ctr"/>
            <a:r>
              <a:rPr lang="en-GB" sz="1200" dirty="0">
                <a:solidFill>
                  <a:srgbClr val="00305C"/>
                </a:solidFill>
              </a:rPr>
              <a:t>Arguments, reasoning, explanation</a:t>
            </a:r>
          </a:p>
        </p:txBody>
      </p:sp>
      <p:sp>
        <p:nvSpPr>
          <p:cNvPr id="4" name="Rectangle 3">
            <a:extLst>
              <a:ext uri="{FF2B5EF4-FFF2-40B4-BE49-F238E27FC236}">
                <a16:creationId xmlns:a16="http://schemas.microsoft.com/office/drawing/2014/main" id="{15B79659-A555-E1AE-8911-51827768D244}"/>
              </a:ext>
            </a:extLst>
          </p:cNvPr>
          <p:cNvSpPr/>
          <p:nvPr/>
        </p:nvSpPr>
        <p:spPr>
          <a:xfrm>
            <a:off x="6301209" y="3713361"/>
            <a:ext cx="2531641" cy="1072778"/>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rgbClr val="00305C"/>
                </a:solidFill>
              </a:rPr>
              <a:t>Tokens</a:t>
            </a:r>
          </a:p>
          <a:p>
            <a:pPr algn="ctr"/>
            <a:r>
              <a:rPr lang="en-GB" sz="1200" dirty="0">
                <a:solidFill>
                  <a:srgbClr val="00305C"/>
                </a:solidFill>
              </a:rPr>
              <a:t>Evidence, examples, references, quotations</a:t>
            </a:r>
          </a:p>
        </p:txBody>
      </p:sp>
      <p:sp>
        <p:nvSpPr>
          <p:cNvPr id="5" name="Rectangle 4">
            <a:extLst>
              <a:ext uri="{FF2B5EF4-FFF2-40B4-BE49-F238E27FC236}">
                <a16:creationId xmlns:a16="http://schemas.microsoft.com/office/drawing/2014/main" id="{14C12343-B5F2-F790-6DE1-A4ABCD81E259}"/>
              </a:ext>
            </a:extLst>
          </p:cNvPr>
          <p:cNvSpPr/>
          <p:nvPr/>
        </p:nvSpPr>
        <p:spPr>
          <a:xfrm>
            <a:off x="6301209" y="4797152"/>
            <a:ext cx="2531641" cy="1072778"/>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rgbClr val="00305C"/>
                </a:solidFill>
              </a:rPr>
              <a:t>Wrap</a:t>
            </a:r>
          </a:p>
          <a:p>
            <a:pPr algn="ctr"/>
            <a:r>
              <a:rPr lang="en-GB" sz="1200" dirty="0">
                <a:solidFill>
                  <a:srgbClr val="00305C"/>
                </a:solidFill>
              </a:rPr>
              <a:t>Summarise argument, add value, link to next paragraph</a:t>
            </a:r>
          </a:p>
        </p:txBody>
      </p:sp>
    </p:spTree>
    <p:extLst>
      <p:ext uri="{BB962C8B-B14F-4D97-AF65-F5344CB8AC3E}">
        <p14:creationId xmlns:p14="http://schemas.microsoft.com/office/powerpoint/2010/main" val="28521806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BB2DE326-59F2-4945-9535-0AF48B41A394}"/>
              </a:ext>
            </a:extLst>
          </p:cNvPr>
          <p:cNvSpPr>
            <a:spLocks noGrp="1" noChangeArrowheads="1"/>
          </p:cNvSpPr>
          <p:nvPr>
            <p:ph type="title"/>
          </p:nvPr>
        </p:nvSpPr>
        <p:spPr/>
        <p:txBody>
          <a:bodyPr/>
          <a:lstStyle/>
          <a:p>
            <a:pPr eaLnBrk="1" hangingPunct="1"/>
            <a:r>
              <a:rPr lang="en-US" altLang="en-US" dirty="0"/>
              <a:t>Content</a:t>
            </a:r>
          </a:p>
        </p:txBody>
      </p:sp>
      <p:sp>
        <p:nvSpPr>
          <p:cNvPr id="4099" name="Rectangle 5">
            <a:extLst>
              <a:ext uri="{FF2B5EF4-FFF2-40B4-BE49-F238E27FC236}">
                <a16:creationId xmlns:a16="http://schemas.microsoft.com/office/drawing/2014/main" id="{A869C384-EAEC-447D-BE1A-AEAD569499E4}"/>
              </a:ext>
            </a:extLst>
          </p:cNvPr>
          <p:cNvSpPr>
            <a:spLocks noGrp="1" noChangeArrowheads="1"/>
          </p:cNvSpPr>
          <p:nvPr>
            <p:ph type="body" idx="1"/>
          </p:nvPr>
        </p:nvSpPr>
        <p:spPr>
          <a:xfrm>
            <a:off x="385762" y="1700808"/>
            <a:ext cx="8374063" cy="4464496"/>
          </a:xfrm>
        </p:spPr>
        <p:txBody>
          <a:bodyPr>
            <a:normAutofit/>
          </a:bodyPr>
          <a:lstStyle/>
          <a:p>
            <a:pPr eaLnBrk="1" hangingPunct="1"/>
            <a:r>
              <a:rPr lang="en-US" altLang="en-US" b="1" dirty="0"/>
              <a:t>Main substance </a:t>
            </a:r>
            <a:r>
              <a:rPr lang="en-US" altLang="en-US" dirty="0"/>
              <a:t>of the essay</a:t>
            </a:r>
          </a:p>
          <a:p>
            <a:pPr eaLnBrk="1" hangingPunct="1"/>
            <a:r>
              <a:rPr lang="en-US" altLang="en-US" dirty="0"/>
              <a:t>Ensure your arguments are: </a:t>
            </a:r>
          </a:p>
          <a:p>
            <a:pPr lvl="2" eaLnBrk="1" hangingPunct="1"/>
            <a:r>
              <a:rPr lang="en-US" altLang="en-US" dirty="0"/>
              <a:t>Clear, well-founded and provide robust evidence from reliable sources</a:t>
            </a:r>
          </a:p>
          <a:p>
            <a:pPr eaLnBrk="1" hangingPunct="1"/>
            <a:r>
              <a:rPr lang="en-US" altLang="en-US" b="1" dirty="0"/>
              <a:t>Critically evaluate a range of sources</a:t>
            </a:r>
          </a:p>
          <a:p>
            <a:pPr eaLnBrk="1" hangingPunct="1"/>
            <a:r>
              <a:rPr lang="en-US" altLang="en-US" b="1" dirty="0"/>
              <a:t>Synthesize relevant literature </a:t>
            </a:r>
          </a:p>
          <a:p>
            <a:pPr lvl="2" eaLnBrk="1" hangingPunct="1"/>
            <a:r>
              <a:rPr lang="en-US" altLang="en-US" dirty="0"/>
              <a:t>Required, further, and additional reading</a:t>
            </a:r>
          </a:p>
          <a:p>
            <a:pPr lvl="2" eaLnBrk="1" hangingPunct="1"/>
            <a:r>
              <a:rPr lang="en-US" altLang="en-US" dirty="0"/>
              <a:t>Identify links across the course and other modules</a:t>
            </a:r>
          </a:p>
          <a:p>
            <a:pPr eaLnBrk="1" hangingPunct="1"/>
            <a:r>
              <a:rPr lang="en-US" altLang="en-US" b="1" dirty="0"/>
              <a:t>Focus on a select number </a:t>
            </a:r>
            <a:r>
              <a:rPr lang="en-US" altLang="en-US" dirty="0"/>
              <a:t>of topics or arguments</a:t>
            </a:r>
          </a:p>
        </p:txBody>
      </p:sp>
    </p:spTree>
    <p:extLst>
      <p:ext uri="{BB962C8B-B14F-4D97-AF65-F5344CB8AC3E}">
        <p14:creationId xmlns:p14="http://schemas.microsoft.com/office/powerpoint/2010/main" val="32698951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BB2DE326-59F2-4945-9535-0AF48B41A394}"/>
              </a:ext>
            </a:extLst>
          </p:cNvPr>
          <p:cNvSpPr>
            <a:spLocks noGrp="1" noChangeArrowheads="1"/>
          </p:cNvSpPr>
          <p:nvPr>
            <p:ph type="title"/>
          </p:nvPr>
        </p:nvSpPr>
        <p:spPr/>
        <p:txBody>
          <a:bodyPr/>
          <a:lstStyle/>
          <a:p>
            <a:pPr eaLnBrk="1" hangingPunct="1"/>
            <a:r>
              <a:rPr lang="en-US" altLang="en-US" dirty="0"/>
              <a:t>Conclusion</a:t>
            </a:r>
          </a:p>
        </p:txBody>
      </p:sp>
      <p:sp>
        <p:nvSpPr>
          <p:cNvPr id="2" name="Rectangle 5">
            <a:extLst>
              <a:ext uri="{FF2B5EF4-FFF2-40B4-BE49-F238E27FC236}">
                <a16:creationId xmlns:a16="http://schemas.microsoft.com/office/drawing/2014/main" id="{7ED8FF21-3695-B6F7-D3E4-6F0C41D4E4B9}"/>
              </a:ext>
            </a:extLst>
          </p:cNvPr>
          <p:cNvSpPr txBox="1">
            <a:spLocks noChangeArrowheads="1"/>
          </p:cNvSpPr>
          <p:nvPr/>
        </p:nvSpPr>
        <p:spPr bwMode="auto">
          <a:xfrm>
            <a:off x="5796136" y="1556792"/>
            <a:ext cx="3178126" cy="288032"/>
          </a:xfrm>
          <a:prstGeom prst="rect">
            <a:avLst/>
          </a:prstGeom>
          <a:noFill/>
          <a:ln>
            <a:solidFill>
              <a:schemeClr val="bg1"/>
            </a:solid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269875" indent="-269875" algn="l" rtl="0" eaLnBrk="0" fontAlgn="base" hangingPunct="0">
              <a:spcBef>
                <a:spcPct val="0"/>
              </a:spcBef>
              <a:spcAft>
                <a:spcPct val="75000"/>
              </a:spcAft>
              <a:buChar char="•"/>
              <a:defRPr sz="2000">
                <a:solidFill>
                  <a:schemeClr val="tx1"/>
                </a:solidFill>
                <a:latin typeface="+mn-lt"/>
                <a:ea typeface="+mn-ea"/>
                <a:cs typeface="+mn-cs"/>
              </a:defRPr>
            </a:lvl1pPr>
            <a:lvl2pPr marL="538163" indent="-266700" algn="l" rtl="0" eaLnBrk="0" fontAlgn="base" hangingPunct="0">
              <a:spcBef>
                <a:spcPct val="0"/>
              </a:spcBef>
              <a:spcAft>
                <a:spcPct val="75000"/>
              </a:spcAft>
              <a:buChar char="•"/>
              <a:defRPr sz="2000">
                <a:solidFill>
                  <a:schemeClr val="tx1"/>
                </a:solidFill>
                <a:latin typeface="+mn-lt"/>
              </a:defRPr>
            </a:lvl2pPr>
            <a:lvl3pPr marL="809625" indent="-269875" algn="l" rtl="0" eaLnBrk="0" fontAlgn="base" hangingPunct="0">
              <a:spcBef>
                <a:spcPct val="0"/>
              </a:spcBef>
              <a:spcAft>
                <a:spcPct val="75000"/>
              </a:spcAft>
              <a:buChar char="•"/>
              <a:defRPr sz="2000">
                <a:solidFill>
                  <a:schemeClr val="tx1"/>
                </a:solidFill>
                <a:latin typeface="+mn-lt"/>
              </a:defRPr>
            </a:lvl3pPr>
            <a:lvl4pPr marL="1079500" indent="-268288" algn="l" rtl="0" eaLnBrk="0" fontAlgn="base" hangingPunct="0">
              <a:spcBef>
                <a:spcPct val="0"/>
              </a:spcBef>
              <a:spcAft>
                <a:spcPct val="75000"/>
              </a:spcAft>
              <a:buChar char="•"/>
              <a:defRPr sz="2000">
                <a:solidFill>
                  <a:schemeClr val="tx1"/>
                </a:solidFill>
                <a:latin typeface="+mn-lt"/>
              </a:defRPr>
            </a:lvl4pPr>
            <a:lvl5pPr marL="1350963" indent="-269875" algn="l" rtl="0" eaLnBrk="0" fontAlgn="base" hangingPunct="0">
              <a:spcBef>
                <a:spcPct val="0"/>
              </a:spcBef>
              <a:spcAft>
                <a:spcPct val="75000"/>
              </a:spcAft>
              <a:buChar char="•"/>
              <a:defRPr sz="2000">
                <a:solidFill>
                  <a:schemeClr val="tx1"/>
                </a:solidFill>
                <a:latin typeface="+mn-lt"/>
              </a:defRPr>
            </a:lvl5pPr>
            <a:lvl6pPr marL="1808163" indent="-269875" algn="l" rtl="0" fontAlgn="base">
              <a:spcBef>
                <a:spcPct val="0"/>
              </a:spcBef>
              <a:spcAft>
                <a:spcPct val="75000"/>
              </a:spcAft>
              <a:buChar char="•"/>
              <a:defRPr sz="2000">
                <a:solidFill>
                  <a:schemeClr val="tx1"/>
                </a:solidFill>
                <a:latin typeface="+mn-lt"/>
              </a:defRPr>
            </a:lvl6pPr>
            <a:lvl7pPr marL="2265363" indent="-269875" algn="l" rtl="0" fontAlgn="base">
              <a:spcBef>
                <a:spcPct val="0"/>
              </a:spcBef>
              <a:spcAft>
                <a:spcPct val="75000"/>
              </a:spcAft>
              <a:buChar char="•"/>
              <a:defRPr sz="2000">
                <a:solidFill>
                  <a:schemeClr val="tx1"/>
                </a:solidFill>
                <a:latin typeface="+mn-lt"/>
              </a:defRPr>
            </a:lvl7pPr>
            <a:lvl8pPr marL="2722563" indent="-269875" algn="l" rtl="0" fontAlgn="base">
              <a:spcBef>
                <a:spcPct val="0"/>
              </a:spcBef>
              <a:spcAft>
                <a:spcPct val="75000"/>
              </a:spcAft>
              <a:buChar char="•"/>
              <a:defRPr sz="2000">
                <a:solidFill>
                  <a:schemeClr val="tx1"/>
                </a:solidFill>
                <a:latin typeface="+mn-lt"/>
              </a:defRPr>
            </a:lvl8pPr>
            <a:lvl9pPr marL="3179763" indent="-269875" algn="l" rtl="0" fontAlgn="base">
              <a:spcBef>
                <a:spcPct val="0"/>
              </a:spcBef>
              <a:spcAft>
                <a:spcPct val="75000"/>
              </a:spcAft>
              <a:buChar char="•"/>
              <a:defRPr sz="2000">
                <a:solidFill>
                  <a:schemeClr val="tx1"/>
                </a:solidFill>
                <a:latin typeface="+mn-lt"/>
              </a:defRPr>
            </a:lvl9pPr>
          </a:lstStyle>
          <a:p>
            <a:pPr marL="0" indent="0" algn="ctr" eaLnBrk="1" hangingPunct="1">
              <a:buFontTx/>
              <a:buNone/>
            </a:pPr>
            <a:r>
              <a:rPr lang="en-US" altLang="en-US" sz="1800" i="1" kern="0" dirty="0">
                <a:solidFill>
                  <a:sysClr val="windowText" lastClr="000000"/>
                </a:solidFill>
              </a:rPr>
              <a:t>Maximum 10% of word count</a:t>
            </a:r>
          </a:p>
        </p:txBody>
      </p:sp>
      <p:graphicFrame>
        <p:nvGraphicFramePr>
          <p:cNvPr id="3" name="Diagram 2">
            <a:extLst>
              <a:ext uri="{FF2B5EF4-FFF2-40B4-BE49-F238E27FC236}">
                <a16:creationId xmlns:a16="http://schemas.microsoft.com/office/drawing/2014/main" id="{E3888887-5D0C-C7B4-3E77-737B3807530D}"/>
              </a:ext>
            </a:extLst>
          </p:cNvPr>
          <p:cNvGraphicFramePr/>
          <p:nvPr>
            <p:extLst>
              <p:ext uri="{D42A27DB-BD31-4B8C-83A1-F6EECF244321}">
                <p14:modId xmlns:p14="http://schemas.microsoft.com/office/powerpoint/2010/main" val="1910065701"/>
              </p:ext>
            </p:extLst>
          </p:nvPr>
        </p:nvGraphicFramePr>
        <p:xfrm>
          <a:off x="1763688" y="1412776"/>
          <a:ext cx="5496272" cy="46962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31668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BB2DE326-59F2-4945-9535-0AF48B41A394}"/>
              </a:ext>
            </a:extLst>
          </p:cNvPr>
          <p:cNvSpPr>
            <a:spLocks noGrp="1" noChangeArrowheads="1"/>
          </p:cNvSpPr>
          <p:nvPr>
            <p:ph type="title"/>
          </p:nvPr>
        </p:nvSpPr>
        <p:spPr/>
        <p:txBody>
          <a:bodyPr/>
          <a:lstStyle/>
          <a:p>
            <a:pPr eaLnBrk="1" hangingPunct="1"/>
            <a:r>
              <a:rPr lang="en-US" altLang="en-US" dirty="0"/>
              <a:t>Critical Analysis</a:t>
            </a:r>
          </a:p>
        </p:txBody>
      </p:sp>
      <p:sp>
        <p:nvSpPr>
          <p:cNvPr id="4099" name="Rectangle 5">
            <a:extLst>
              <a:ext uri="{FF2B5EF4-FFF2-40B4-BE49-F238E27FC236}">
                <a16:creationId xmlns:a16="http://schemas.microsoft.com/office/drawing/2014/main" id="{A869C384-EAEC-447D-BE1A-AEAD569499E4}"/>
              </a:ext>
            </a:extLst>
          </p:cNvPr>
          <p:cNvSpPr>
            <a:spLocks noGrp="1" noChangeArrowheads="1"/>
          </p:cNvSpPr>
          <p:nvPr>
            <p:ph type="body" idx="1"/>
          </p:nvPr>
        </p:nvSpPr>
        <p:spPr>
          <a:xfrm>
            <a:off x="384175" y="1708150"/>
            <a:ext cx="8374063" cy="4313138"/>
          </a:xfrm>
        </p:spPr>
        <p:txBody>
          <a:bodyPr>
            <a:normAutofit lnSpcReduction="10000"/>
          </a:bodyPr>
          <a:lstStyle/>
          <a:p>
            <a:pPr marL="457200" indent="-457200" eaLnBrk="1" hangingPunct="1">
              <a:buFont typeface="+mj-lt"/>
              <a:buAutoNum type="arabicPeriod"/>
            </a:pPr>
            <a:r>
              <a:rPr lang="en-GB" b="1" dirty="0"/>
              <a:t>Discuss strengths and weaknesses </a:t>
            </a:r>
          </a:p>
          <a:p>
            <a:pPr marL="996950" lvl="2" indent="-457200" eaLnBrk="1" hangingPunct="1"/>
            <a:r>
              <a:rPr lang="en-GB" dirty="0"/>
              <a:t>Theories: concepts, assumptions, mechanisms </a:t>
            </a:r>
          </a:p>
          <a:p>
            <a:pPr marL="996950" lvl="2" indent="-457200" eaLnBrk="1" hangingPunct="1"/>
            <a:r>
              <a:rPr lang="en-GB" dirty="0"/>
              <a:t>Empirical studies: methods, measurement, sampling, analysis </a:t>
            </a:r>
          </a:p>
          <a:p>
            <a:pPr marL="457200" indent="-457200" eaLnBrk="1" hangingPunct="1">
              <a:buFont typeface="+mj-lt"/>
              <a:buAutoNum type="arabicPeriod"/>
            </a:pPr>
            <a:r>
              <a:rPr lang="en-GB" b="1" dirty="0"/>
              <a:t>Identify supporting or discrediting evidence </a:t>
            </a:r>
          </a:p>
          <a:p>
            <a:pPr marL="996950" lvl="2" indent="-457200" eaLnBrk="1" hangingPunct="1"/>
            <a:r>
              <a:rPr lang="en-GB" dirty="0"/>
              <a:t>Can conflicting findings be explained or reconciled? </a:t>
            </a:r>
          </a:p>
          <a:p>
            <a:pPr marL="457200" indent="-457200" eaLnBrk="1" hangingPunct="1">
              <a:buFont typeface="+mj-lt"/>
              <a:buAutoNum type="arabicPeriod"/>
            </a:pPr>
            <a:r>
              <a:rPr lang="en-GB" b="1" dirty="0"/>
              <a:t>Identify gaps or uncertainties in existing research </a:t>
            </a:r>
          </a:p>
          <a:p>
            <a:pPr marL="996950" lvl="2" indent="-457200" eaLnBrk="1" hangingPunct="1"/>
            <a:r>
              <a:rPr lang="en-GB" dirty="0"/>
              <a:t>Lack of knowledge production in the Global South </a:t>
            </a:r>
          </a:p>
          <a:p>
            <a:pPr marL="996950" lvl="2" indent="-457200" eaLnBrk="1" hangingPunct="1"/>
            <a:r>
              <a:rPr lang="en-GB" dirty="0"/>
              <a:t>The ’replication crisis’ in scientific research </a:t>
            </a:r>
          </a:p>
          <a:p>
            <a:pPr marL="457200" indent="-457200" eaLnBrk="1" hangingPunct="1">
              <a:buFont typeface="+mj-lt"/>
              <a:buAutoNum type="arabicPeriod"/>
            </a:pPr>
            <a:r>
              <a:rPr lang="en-GB" b="1" dirty="0"/>
              <a:t>Engage with counter-arguments </a:t>
            </a:r>
            <a:endParaRPr lang="en-US" altLang="en-US" b="1" dirty="0"/>
          </a:p>
        </p:txBody>
      </p:sp>
    </p:spTree>
    <p:extLst>
      <p:ext uri="{BB962C8B-B14F-4D97-AF65-F5344CB8AC3E}">
        <p14:creationId xmlns:p14="http://schemas.microsoft.com/office/powerpoint/2010/main" val="32192961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riting Memes (70) - Writers Write">
            <a:extLst>
              <a:ext uri="{FF2B5EF4-FFF2-40B4-BE49-F238E27FC236}">
                <a16:creationId xmlns:a16="http://schemas.microsoft.com/office/drawing/2014/main" id="{D80695FA-174A-6E4D-5B25-9AB9CC4290A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990" b="10406"/>
          <a:stretch/>
        </p:blipFill>
        <p:spPr bwMode="auto">
          <a:xfrm>
            <a:off x="1691680" y="1484784"/>
            <a:ext cx="5760640" cy="4645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55269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BB2DE326-59F2-4945-9535-0AF48B41A394}"/>
              </a:ext>
            </a:extLst>
          </p:cNvPr>
          <p:cNvSpPr>
            <a:spLocks noGrp="1" noChangeArrowheads="1"/>
          </p:cNvSpPr>
          <p:nvPr>
            <p:ph type="title"/>
          </p:nvPr>
        </p:nvSpPr>
        <p:spPr/>
        <p:txBody>
          <a:bodyPr/>
          <a:lstStyle/>
          <a:p>
            <a:pPr eaLnBrk="1" hangingPunct="1"/>
            <a:r>
              <a:rPr lang="en-US" altLang="en-US" dirty="0"/>
              <a:t>Stylistic Principles</a:t>
            </a:r>
          </a:p>
        </p:txBody>
      </p:sp>
      <p:sp>
        <p:nvSpPr>
          <p:cNvPr id="4099" name="Rectangle 5">
            <a:extLst>
              <a:ext uri="{FF2B5EF4-FFF2-40B4-BE49-F238E27FC236}">
                <a16:creationId xmlns:a16="http://schemas.microsoft.com/office/drawing/2014/main" id="{A869C384-EAEC-447D-BE1A-AEAD569499E4}"/>
              </a:ext>
            </a:extLst>
          </p:cNvPr>
          <p:cNvSpPr>
            <a:spLocks noGrp="1" noChangeArrowheads="1"/>
          </p:cNvSpPr>
          <p:nvPr>
            <p:ph type="body" idx="1"/>
          </p:nvPr>
        </p:nvSpPr>
        <p:spPr/>
        <p:txBody>
          <a:bodyPr/>
          <a:lstStyle/>
          <a:p>
            <a:pPr marL="457200" indent="-457200" eaLnBrk="1" hangingPunct="1">
              <a:buFont typeface="+mj-lt"/>
              <a:buAutoNum type="arabicPeriod"/>
            </a:pPr>
            <a:r>
              <a:rPr lang="en-GB" b="1" dirty="0"/>
              <a:t>Continuity</a:t>
            </a:r>
            <a:r>
              <a:rPr lang="en-GB" dirty="0"/>
              <a:t> and transitions</a:t>
            </a:r>
          </a:p>
          <a:p>
            <a:pPr marL="457200" indent="-457200" eaLnBrk="1" hangingPunct="1">
              <a:buFont typeface="+mj-lt"/>
              <a:buAutoNum type="arabicPeriod"/>
            </a:pPr>
            <a:r>
              <a:rPr lang="en-GB" b="1" dirty="0"/>
              <a:t>Clarity, coherence</a:t>
            </a:r>
            <a:r>
              <a:rPr lang="en-GB" dirty="0"/>
              <a:t>, and </a:t>
            </a:r>
            <a:r>
              <a:rPr lang="en-GB" b="1" dirty="0"/>
              <a:t>concision</a:t>
            </a:r>
            <a:r>
              <a:rPr lang="en-GB" dirty="0"/>
              <a:t> </a:t>
            </a:r>
          </a:p>
          <a:p>
            <a:pPr marL="457200" indent="-457200" eaLnBrk="1" hangingPunct="1">
              <a:buFont typeface="+mj-lt"/>
              <a:buAutoNum type="arabicPeriod"/>
            </a:pPr>
            <a:r>
              <a:rPr lang="en-GB" b="1" dirty="0"/>
              <a:t>Precision</a:t>
            </a:r>
            <a:r>
              <a:rPr lang="en-GB" dirty="0"/>
              <a:t> </a:t>
            </a:r>
          </a:p>
          <a:p>
            <a:pPr marL="457200" indent="-457200" eaLnBrk="1" hangingPunct="1">
              <a:buFont typeface="+mj-lt"/>
              <a:buAutoNum type="arabicPeriod"/>
            </a:pPr>
            <a:r>
              <a:rPr lang="en-GB" dirty="0"/>
              <a:t>Short or mixed-length </a:t>
            </a:r>
            <a:r>
              <a:rPr lang="en-GB" b="1" dirty="0"/>
              <a:t>sentences</a:t>
            </a:r>
            <a:r>
              <a:rPr lang="en-GB" dirty="0"/>
              <a:t> </a:t>
            </a:r>
          </a:p>
          <a:p>
            <a:pPr marL="457200" indent="-457200" eaLnBrk="1" hangingPunct="1">
              <a:buFont typeface="+mj-lt"/>
              <a:buAutoNum type="arabicPeriod"/>
            </a:pPr>
            <a:r>
              <a:rPr lang="en-GB" b="1" dirty="0"/>
              <a:t>Plain English </a:t>
            </a:r>
          </a:p>
          <a:p>
            <a:pPr marL="457200" indent="-457200" eaLnBrk="1" hangingPunct="1">
              <a:buFont typeface="+mj-lt"/>
              <a:buAutoNum type="arabicPeriod"/>
            </a:pPr>
            <a:r>
              <a:rPr lang="en-GB" b="1" dirty="0"/>
              <a:t>Active</a:t>
            </a:r>
            <a:r>
              <a:rPr lang="en-GB" dirty="0"/>
              <a:t> or </a:t>
            </a:r>
            <a:r>
              <a:rPr lang="en-GB" b="1" dirty="0"/>
              <a:t>passive</a:t>
            </a:r>
            <a:r>
              <a:rPr lang="en-GB" dirty="0"/>
              <a:t> voice</a:t>
            </a:r>
          </a:p>
          <a:p>
            <a:pPr marL="457200" indent="-457200" eaLnBrk="1" hangingPunct="1">
              <a:buFont typeface="+mj-lt"/>
              <a:buAutoNum type="arabicPeriod"/>
            </a:pPr>
            <a:r>
              <a:rPr lang="en-GB" dirty="0"/>
              <a:t>Tell a </a:t>
            </a:r>
            <a:r>
              <a:rPr lang="en-GB" b="1" dirty="0"/>
              <a:t>story</a:t>
            </a:r>
            <a:endParaRPr lang="en-US" altLang="en-US" b="1" dirty="0"/>
          </a:p>
        </p:txBody>
      </p:sp>
    </p:spTree>
    <p:extLst>
      <p:ext uri="{BB962C8B-B14F-4D97-AF65-F5344CB8AC3E}">
        <p14:creationId xmlns:p14="http://schemas.microsoft.com/office/powerpoint/2010/main" val="35703011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483BF-71E0-55DE-0249-5AF7D3B61EAD}"/>
              </a:ext>
            </a:extLst>
          </p:cNvPr>
          <p:cNvSpPr>
            <a:spLocks noGrp="1"/>
          </p:cNvSpPr>
          <p:nvPr>
            <p:ph type="title"/>
          </p:nvPr>
        </p:nvSpPr>
        <p:spPr/>
        <p:txBody>
          <a:bodyPr/>
          <a:lstStyle/>
          <a:p>
            <a:r>
              <a:rPr lang="en-GB" dirty="0"/>
              <a:t>Format</a:t>
            </a:r>
          </a:p>
        </p:txBody>
      </p:sp>
      <p:sp>
        <p:nvSpPr>
          <p:cNvPr id="3" name="Content Placeholder 2">
            <a:extLst>
              <a:ext uri="{FF2B5EF4-FFF2-40B4-BE49-F238E27FC236}">
                <a16:creationId xmlns:a16="http://schemas.microsoft.com/office/drawing/2014/main" id="{0CFF8B73-0D98-B078-359E-5ABE83A1A636}"/>
              </a:ext>
            </a:extLst>
          </p:cNvPr>
          <p:cNvSpPr>
            <a:spLocks noGrp="1"/>
          </p:cNvSpPr>
          <p:nvPr>
            <p:ph idx="1"/>
          </p:nvPr>
        </p:nvSpPr>
        <p:spPr>
          <a:xfrm>
            <a:off x="384175" y="1708150"/>
            <a:ext cx="7644209" cy="4313138"/>
          </a:xfrm>
        </p:spPr>
        <p:txBody>
          <a:bodyPr>
            <a:normAutofit fontScale="92500" lnSpcReduction="20000"/>
          </a:bodyPr>
          <a:lstStyle/>
          <a:p>
            <a:r>
              <a:rPr lang="en-GB" dirty="0"/>
              <a:t>Essays must be word-processed </a:t>
            </a:r>
          </a:p>
          <a:p>
            <a:r>
              <a:rPr lang="en-GB" dirty="0"/>
              <a:t>They should be:</a:t>
            </a:r>
          </a:p>
          <a:p>
            <a:pPr lvl="1"/>
            <a:r>
              <a:rPr lang="en-GB" dirty="0"/>
              <a:t>In </a:t>
            </a:r>
            <a:r>
              <a:rPr lang="en-GB" b="1" dirty="0"/>
              <a:t>A4 portrait format </a:t>
            </a:r>
          </a:p>
          <a:p>
            <a:pPr lvl="1"/>
            <a:r>
              <a:rPr lang="en-GB" dirty="0"/>
              <a:t>Size </a:t>
            </a:r>
            <a:r>
              <a:rPr lang="en-GB" b="1" dirty="0"/>
              <a:t>12 font </a:t>
            </a:r>
          </a:p>
          <a:p>
            <a:pPr lvl="1"/>
            <a:r>
              <a:rPr lang="en-GB" dirty="0"/>
              <a:t>At least </a:t>
            </a:r>
            <a:r>
              <a:rPr lang="en-GB" b="1" dirty="0"/>
              <a:t>1.5 line spacing</a:t>
            </a:r>
          </a:p>
          <a:p>
            <a:pPr lvl="1"/>
            <a:r>
              <a:rPr lang="en-GB" b="1" dirty="0"/>
              <a:t>Page numbers</a:t>
            </a:r>
          </a:p>
          <a:p>
            <a:r>
              <a:rPr lang="en-GB" dirty="0"/>
              <a:t>They should include:</a:t>
            </a:r>
          </a:p>
          <a:p>
            <a:pPr lvl="1"/>
            <a:r>
              <a:rPr lang="en-GB" dirty="0"/>
              <a:t>A </a:t>
            </a:r>
            <a:r>
              <a:rPr lang="en-GB" b="1" dirty="0"/>
              <a:t>title page </a:t>
            </a:r>
            <a:r>
              <a:rPr lang="en-GB" dirty="0"/>
              <a:t>(name of the course and number and title of essay question) (in the centre)</a:t>
            </a:r>
          </a:p>
          <a:p>
            <a:pPr lvl="1"/>
            <a:r>
              <a:rPr lang="en-GB" dirty="0"/>
              <a:t>Your </a:t>
            </a:r>
            <a:r>
              <a:rPr lang="en-GB" b="1" dirty="0"/>
              <a:t>candidate number </a:t>
            </a:r>
            <a:r>
              <a:rPr lang="en-GB" dirty="0"/>
              <a:t>(top right-hand corner)</a:t>
            </a:r>
          </a:p>
          <a:p>
            <a:pPr lvl="1"/>
            <a:endParaRPr lang="en-GB" dirty="0"/>
          </a:p>
        </p:txBody>
      </p:sp>
      <p:pic>
        <p:nvPicPr>
          <p:cNvPr id="5122" name="Picture 2" descr="Checklist clipart black and white letters format jpg - Clipartix">
            <a:extLst>
              <a:ext uri="{FF2B5EF4-FFF2-40B4-BE49-F238E27FC236}">
                <a16:creationId xmlns:a16="http://schemas.microsoft.com/office/drawing/2014/main" id="{C1048A7D-C264-DBAC-EA0A-898A704E14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200" y="1708150"/>
            <a:ext cx="1941060" cy="2636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44323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8CF02-239C-4F11-F3AB-B6B96FA30178}"/>
              </a:ext>
            </a:extLst>
          </p:cNvPr>
          <p:cNvSpPr>
            <a:spLocks noGrp="1"/>
          </p:cNvSpPr>
          <p:nvPr>
            <p:ph type="title"/>
          </p:nvPr>
        </p:nvSpPr>
        <p:spPr/>
        <p:txBody>
          <a:bodyPr/>
          <a:lstStyle/>
          <a:p>
            <a:r>
              <a:rPr lang="en-GB"/>
              <a:t>Format</a:t>
            </a:r>
            <a:endParaRPr lang="en-GB" dirty="0"/>
          </a:p>
        </p:txBody>
      </p:sp>
      <p:pic>
        <p:nvPicPr>
          <p:cNvPr id="4" name="Content Placeholder 3">
            <a:extLst>
              <a:ext uri="{FF2B5EF4-FFF2-40B4-BE49-F238E27FC236}">
                <a16:creationId xmlns:a16="http://schemas.microsoft.com/office/drawing/2014/main" id="{4AACB54D-94F6-619E-224F-D4303C83FA1A}"/>
              </a:ext>
            </a:extLst>
          </p:cNvPr>
          <p:cNvPicPr>
            <a:picLocks noGrp="1" noChangeAspect="1"/>
          </p:cNvPicPr>
          <p:nvPr>
            <p:ph idx="1"/>
          </p:nvPr>
        </p:nvPicPr>
        <p:blipFill>
          <a:blip r:embed="rId2"/>
          <a:stretch>
            <a:fillRect/>
          </a:stretch>
        </p:blipFill>
        <p:spPr>
          <a:xfrm>
            <a:off x="1582962" y="1708150"/>
            <a:ext cx="5976488" cy="4067175"/>
          </a:xfrm>
          <a:prstGeom prst="rect">
            <a:avLst/>
          </a:prstGeom>
        </p:spPr>
      </p:pic>
    </p:spTree>
    <p:extLst>
      <p:ext uri="{BB962C8B-B14F-4D97-AF65-F5344CB8AC3E}">
        <p14:creationId xmlns:p14="http://schemas.microsoft.com/office/powerpoint/2010/main" val="718478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F7A9C-62B4-69FA-5E96-226D438685A9}"/>
              </a:ext>
            </a:extLst>
          </p:cNvPr>
          <p:cNvSpPr>
            <a:spLocks noGrp="1"/>
          </p:cNvSpPr>
          <p:nvPr>
            <p:ph type="title"/>
          </p:nvPr>
        </p:nvSpPr>
        <p:spPr/>
        <p:txBody>
          <a:bodyPr/>
          <a:lstStyle/>
          <a:p>
            <a:r>
              <a:rPr lang="en-GB" dirty="0"/>
              <a:t>Tables and Figures</a:t>
            </a:r>
          </a:p>
        </p:txBody>
      </p:sp>
      <p:sp>
        <p:nvSpPr>
          <p:cNvPr id="3" name="Content Placeholder 2">
            <a:extLst>
              <a:ext uri="{FF2B5EF4-FFF2-40B4-BE49-F238E27FC236}">
                <a16:creationId xmlns:a16="http://schemas.microsoft.com/office/drawing/2014/main" id="{217B99C2-8A9C-722B-A34B-CB917D9C5CF9}"/>
              </a:ext>
            </a:extLst>
          </p:cNvPr>
          <p:cNvSpPr>
            <a:spLocks noGrp="1"/>
          </p:cNvSpPr>
          <p:nvPr>
            <p:ph idx="1"/>
          </p:nvPr>
        </p:nvSpPr>
        <p:spPr/>
        <p:txBody>
          <a:bodyPr/>
          <a:lstStyle/>
          <a:p>
            <a:r>
              <a:rPr lang="en-GB" dirty="0"/>
              <a:t>You </a:t>
            </a:r>
            <a:r>
              <a:rPr lang="en-GB" b="1" dirty="0"/>
              <a:t>can</a:t>
            </a:r>
            <a:r>
              <a:rPr lang="en-GB" dirty="0"/>
              <a:t> include tables and figures in your essays</a:t>
            </a:r>
          </a:p>
          <a:p>
            <a:r>
              <a:rPr lang="en-GB" dirty="0"/>
              <a:t>They do </a:t>
            </a:r>
            <a:r>
              <a:rPr lang="en-GB" b="1" dirty="0"/>
              <a:t>not</a:t>
            </a:r>
            <a:r>
              <a:rPr lang="en-GB" dirty="0"/>
              <a:t> count towards the word count</a:t>
            </a:r>
          </a:p>
          <a:p>
            <a:r>
              <a:rPr lang="en-GB" dirty="0"/>
              <a:t>But be sure to use them </a:t>
            </a:r>
            <a:r>
              <a:rPr lang="en-GB" b="1" dirty="0"/>
              <a:t>effectively</a:t>
            </a:r>
            <a:r>
              <a:rPr lang="en-GB" dirty="0"/>
              <a:t> and </a:t>
            </a:r>
            <a:r>
              <a:rPr lang="en-GB" b="1" dirty="0"/>
              <a:t>efficiently</a:t>
            </a:r>
            <a:r>
              <a:rPr lang="en-GB" dirty="0"/>
              <a:t> (only where they help to convey your point further/more clearly)</a:t>
            </a:r>
          </a:p>
        </p:txBody>
      </p:sp>
    </p:spTree>
    <p:extLst>
      <p:ext uri="{BB962C8B-B14F-4D97-AF65-F5344CB8AC3E}">
        <p14:creationId xmlns:p14="http://schemas.microsoft.com/office/powerpoint/2010/main" val="39898589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BB2DE326-59F2-4945-9535-0AF48B41A394}"/>
              </a:ext>
            </a:extLst>
          </p:cNvPr>
          <p:cNvSpPr>
            <a:spLocks noGrp="1" noChangeArrowheads="1"/>
          </p:cNvSpPr>
          <p:nvPr>
            <p:ph type="title"/>
          </p:nvPr>
        </p:nvSpPr>
        <p:spPr/>
        <p:txBody>
          <a:bodyPr/>
          <a:lstStyle/>
          <a:p>
            <a:pPr eaLnBrk="1" hangingPunct="1"/>
            <a:r>
              <a:rPr lang="en-US" altLang="en-US" dirty="0"/>
              <a:t>Rewriting and Editing</a:t>
            </a:r>
          </a:p>
        </p:txBody>
      </p:sp>
      <p:sp>
        <p:nvSpPr>
          <p:cNvPr id="4099" name="Rectangle 5">
            <a:extLst>
              <a:ext uri="{FF2B5EF4-FFF2-40B4-BE49-F238E27FC236}">
                <a16:creationId xmlns:a16="http://schemas.microsoft.com/office/drawing/2014/main" id="{A869C384-EAEC-447D-BE1A-AEAD569499E4}"/>
              </a:ext>
            </a:extLst>
          </p:cNvPr>
          <p:cNvSpPr>
            <a:spLocks noGrp="1" noChangeArrowheads="1"/>
          </p:cNvSpPr>
          <p:nvPr>
            <p:ph type="body" idx="1"/>
          </p:nvPr>
        </p:nvSpPr>
        <p:spPr>
          <a:xfrm>
            <a:off x="384175" y="1466639"/>
            <a:ext cx="8374063" cy="423862"/>
          </a:xfrm>
        </p:spPr>
        <p:txBody>
          <a:bodyPr/>
          <a:lstStyle/>
          <a:p>
            <a:pPr marL="0" indent="0" algn="ctr" eaLnBrk="1" hangingPunct="1">
              <a:buNone/>
            </a:pPr>
            <a:r>
              <a:rPr lang="en-US" altLang="en-US" dirty="0"/>
              <a:t>Allow </a:t>
            </a:r>
            <a:r>
              <a:rPr lang="en-US" altLang="en-US" u="sng" dirty="0"/>
              <a:t>sufficient time</a:t>
            </a:r>
            <a:r>
              <a:rPr lang="en-US" altLang="en-US" dirty="0"/>
              <a:t> to edit and rewrite assignments</a:t>
            </a:r>
          </a:p>
        </p:txBody>
      </p:sp>
      <p:pic>
        <p:nvPicPr>
          <p:cNvPr id="5" name="Picture 4">
            <a:extLst>
              <a:ext uri="{FF2B5EF4-FFF2-40B4-BE49-F238E27FC236}">
                <a16:creationId xmlns:a16="http://schemas.microsoft.com/office/drawing/2014/main" id="{7525249E-20E9-59EA-32D7-12EC3F9789B2}"/>
              </a:ext>
            </a:extLst>
          </p:cNvPr>
          <p:cNvPicPr>
            <a:picLocks noChangeAspect="1"/>
          </p:cNvPicPr>
          <p:nvPr/>
        </p:nvPicPr>
        <p:blipFill>
          <a:blip r:embed="rId3"/>
          <a:stretch>
            <a:fillRect/>
          </a:stretch>
        </p:blipFill>
        <p:spPr>
          <a:xfrm>
            <a:off x="761589" y="1890501"/>
            <a:ext cx="7619233" cy="3500860"/>
          </a:xfrm>
          <a:prstGeom prst="rect">
            <a:avLst/>
          </a:prstGeom>
        </p:spPr>
      </p:pic>
      <p:pic>
        <p:nvPicPr>
          <p:cNvPr id="6" name="Picture 2" descr="Essays GIFs | Tenor">
            <a:extLst>
              <a:ext uri="{FF2B5EF4-FFF2-40B4-BE49-F238E27FC236}">
                <a16:creationId xmlns:a16="http://schemas.microsoft.com/office/drawing/2014/main" id="{6E45E9C9-A878-026E-6822-699DA466C8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71184" y="5085184"/>
            <a:ext cx="1772816" cy="1772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613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BB2DE326-59F2-4945-9535-0AF48B41A394}"/>
              </a:ext>
            </a:extLst>
          </p:cNvPr>
          <p:cNvSpPr>
            <a:spLocks noGrp="1" noChangeArrowheads="1"/>
          </p:cNvSpPr>
          <p:nvPr>
            <p:ph type="title"/>
          </p:nvPr>
        </p:nvSpPr>
        <p:spPr/>
        <p:txBody>
          <a:bodyPr/>
          <a:lstStyle/>
          <a:p>
            <a:pPr eaLnBrk="1" hangingPunct="1"/>
            <a:r>
              <a:rPr lang="en-US" altLang="en-US" dirty="0"/>
              <a:t>Referencing</a:t>
            </a:r>
          </a:p>
        </p:txBody>
      </p:sp>
      <p:sp>
        <p:nvSpPr>
          <p:cNvPr id="4099" name="Rectangle 5">
            <a:extLst>
              <a:ext uri="{FF2B5EF4-FFF2-40B4-BE49-F238E27FC236}">
                <a16:creationId xmlns:a16="http://schemas.microsoft.com/office/drawing/2014/main" id="{A869C384-EAEC-447D-BE1A-AEAD569499E4}"/>
              </a:ext>
            </a:extLst>
          </p:cNvPr>
          <p:cNvSpPr>
            <a:spLocks noGrp="1" noChangeArrowheads="1"/>
          </p:cNvSpPr>
          <p:nvPr>
            <p:ph type="body" idx="1"/>
          </p:nvPr>
        </p:nvSpPr>
        <p:spPr>
          <a:xfrm>
            <a:off x="384175" y="1708150"/>
            <a:ext cx="5051921" cy="4067175"/>
          </a:xfrm>
        </p:spPr>
        <p:txBody>
          <a:bodyPr/>
          <a:lstStyle/>
          <a:p>
            <a:pPr eaLnBrk="1" hangingPunct="1"/>
            <a:r>
              <a:rPr lang="en-US" altLang="en-US" dirty="0"/>
              <a:t>Does </a:t>
            </a:r>
            <a:r>
              <a:rPr lang="en-US" altLang="en-US" b="1" dirty="0"/>
              <a:t>not</a:t>
            </a:r>
            <a:r>
              <a:rPr lang="en-US" altLang="en-US" dirty="0"/>
              <a:t> count towards the word count</a:t>
            </a:r>
          </a:p>
          <a:p>
            <a:pPr eaLnBrk="1" hangingPunct="1"/>
            <a:r>
              <a:rPr lang="en-US" altLang="en-US" dirty="0"/>
              <a:t>Should include </a:t>
            </a:r>
            <a:r>
              <a:rPr lang="en-US" altLang="en-US" b="1" dirty="0"/>
              <a:t>all cited </a:t>
            </a:r>
            <a:r>
              <a:rPr lang="en-US" altLang="en-US" dirty="0"/>
              <a:t>work, rather than all works read</a:t>
            </a:r>
          </a:p>
          <a:p>
            <a:pPr eaLnBrk="1" hangingPunct="1"/>
            <a:r>
              <a:rPr lang="en-US" altLang="en-US" dirty="0"/>
              <a:t>Can </a:t>
            </a:r>
            <a:r>
              <a:rPr lang="en-GB" dirty="0"/>
              <a:t>use </a:t>
            </a:r>
            <a:r>
              <a:rPr lang="en-GB" b="1" dirty="0"/>
              <a:t>any st</a:t>
            </a:r>
            <a:r>
              <a:rPr lang="en-GB" dirty="0"/>
              <a:t>yle of referencing but it must be consistent</a:t>
            </a:r>
          </a:p>
          <a:p>
            <a:pPr eaLnBrk="1" hangingPunct="1"/>
            <a:r>
              <a:rPr lang="en-GB" altLang="en-US" dirty="0"/>
              <a:t>Must be organised </a:t>
            </a:r>
            <a:r>
              <a:rPr lang="en-GB" altLang="en-US" b="1" dirty="0"/>
              <a:t>alphabetically</a:t>
            </a:r>
          </a:p>
        </p:txBody>
      </p:sp>
      <p:sp>
        <p:nvSpPr>
          <p:cNvPr id="3" name="TextBox 2">
            <a:extLst>
              <a:ext uri="{FF2B5EF4-FFF2-40B4-BE49-F238E27FC236}">
                <a16:creationId xmlns:a16="http://schemas.microsoft.com/office/drawing/2014/main" id="{7875DE5A-0598-4179-FBF8-DE90E961D7FF}"/>
              </a:ext>
            </a:extLst>
          </p:cNvPr>
          <p:cNvSpPr txBox="1"/>
          <p:nvPr/>
        </p:nvSpPr>
        <p:spPr>
          <a:xfrm>
            <a:off x="2321496" y="6290156"/>
            <a:ext cx="6822504" cy="523220"/>
          </a:xfrm>
          <a:prstGeom prst="rect">
            <a:avLst/>
          </a:prstGeom>
          <a:noFill/>
        </p:spPr>
        <p:txBody>
          <a:bodyPr wrap="square">
            <a:spAutoFit/>
          </a:bodyPr>
          <a:lstStyle/>
          <a:p>
            <a:pPr algn="r" eaLnBrk="1" hangingPunct="1"/>
            <a:r>
              <a:rPr lang="en-GB" altLang="en-US" sz="1400" i="1" dirty="0">
                <a:solidFill>
                  <a:schemeClr val="bg1"/>
                </a:solidFill>
              </a:rPr>
              <a:t>See the library guides for more information on referencing </a:t>
            </a:r>
            <a:r>
              <a:rPr lang="en-GB" altLang="en-US" sz="1400" i="1" dirty="0">
                <a:hlinkClick r:id="rId3"/>
              </a:rPr>
              <a:t>https://libguides.cam.ac.uk/Official-Publications/referencing</a:t>
            </a:r>
            <a:r>
              <a:rPr lang="en-GB" altLang="en-US" sz="1400" i="1" dirty="0"/>
              <a:t> </a:t>
            </a:r>
            <a:endParaRPr lang="en-US" altLang="en-US" sz="1400" i="1" dirty="0"/>
          </a:p>
        </p:txBody>
      </p:sp>
      <p:pic>
        <p:nvPicPr>
          <p:cNvPr id="5" name="Picture 4">
            <a:extLst>
              <a:ext uri="{FF2B5EF4-FFF2-40B4-BE49-F238E27FC236}">
                <a16:creationId xmlns:a16="http://schemas.microsoft.com/office/drawing/2014/main" id="{11D26120-A8B1-B20F-307D-2DAE65A64578}"/>
              </a:ext>
            </a:extLst>
          </p:cNvPr>
          <p:cNvPicPr>
            <a:picLocks noChangeAspect="1"/>
          </p:cNvPicPr>
          <p:nvPr/>
        </p:nvPicPr>
        <p:blipFill>
          <a:blip r:embed="rId4"/>
          <a:stretch>
            <a:fillRect/>
          </a:stretch>
        </p:blipFill>
        <p:spPr>
          <a:xfrm>
            <a:off x="5382202" y="1487258"/>
            <a:ext cx="3798310" cy="4304752"/>
          </a:xfrm>
          <a:prstGeom prst="rect">
            <a:avLst/>
          </a:prstGeom>
        </p:spPr>
      </p:pic>
    </p:spTree>
    <p:extLst>
      <p:ext uri="{BB962C8B-B14F-4D97-AF65-F5344CB8AC3E}">
        <p14:creationId xmlns:p14="http://schemas.microsoft.com/office/powerpoint/2010/main" val="36497371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73CF6-74FD-F1A7-D3CF-31930F12AFAF}"/>
              </a:ext>
            </a:extLst>
          </p:cNvPr>
          <p:cNvSpPr>
            <a:spLocks noGrp="1"/>
          </p:cNvSpPr>
          <p:nvPr>
            <p:ph type="title"/>
          </p:nvPr>
        </p:nvSpPr>
        <p:spPr/>
        <p:txBody>
          <a:bodyPr/>
          <a:lstStyle/>
          <a:p>
            <a:r>
              <a:rPr lang="en-GB" dirty="0"/>
              <a:t>Academic Misconduct </a:t>
            </a:r>
          </a:p>
        </p:txBody>
      </p:sp>
      <p:pic>
        <p:nvPicPr>
          <p:cNvPr id="5" name="Picture 4">
            <a:extLst>
              <a:ext uri="{FF2B5EF4-FFF2-40B4-BE49-F238E27FC236}">
                <a16:creationId xmlns:a16="http://schemas.microsoft.com/office/drawing/2014/main" id="{4B084E68-D1FE-1D99-7961-5D57948CD162}"/>
              </a:ext>
            </a:extLst>
          </p:cNvPr>
          <p:cNvPicPr>
            <a:picLocks noChangeAspect="1"/>
          </p:cNvPicPr>
          <p:nvPr/>
        </p:nvPicPr>
        <p:blipFill>
          <a:blip r:embed="rId3"/>
          <a:stretch>
            <a:fillRect/>
          </a:stretch>
        </p:blipFill>
        <p:spPr>
          <a:xfrm>
            <a:off x="422550" y="1556792"/>
            <a:ext cx="8298899" cy="4320914"/>
          </a:xfrm>
          <a:prstGeom prst="rect">
            <a:avLst/>
          </a:prstGeom>
        </p:spPr>
      </p:pic>
      <p:sp>
        <p:nvSpPr>
          <p:cNvPr id="9" name="TextBox 8">
            <a:extLst>
              <a:ext uri="{FF2B5EF4-FFF2-40B4-BE49-F238E27FC236}">
                <a16:creationId xmlns:a16="http://schemas.microsoft.com/office/drawing/2014/main" id="{548EBEBE-95DA-CE28-62A4-F0EB159D262A}"/>
              </a:ext>
            </a:extLst>
          </p:cNvPr>
          <p:cNvSpPr txBox="1"/>
          <p:nvPr/>
        </p:nvSpPr>
        <p:spPr>
          <a:xfrm>
            <a:off x="3240360" y="6381328"/>
            <a:ext cx="5868144" cy="307777"/>
          </a:xfrm>
          <a:prstGeom prst="rect">
            <a:avLst/>
          </a:prstGeom>
          <a:noFill/>
        </p:spPr>
        <p:txBody>
          <a:bodyPr wrap="square">
            <a:spAutoFit/>
          </a:bodyPr>
          <a:lstStyle/>
          <a:p>
            <a:pPr algn="r"/>
            <a:r>
              <a:rPr lang="en-GB" sz="1400" i="1" dirty="0">
                <a:solidFill>
                  <a:schemeClr val="bg1"/>
                </a:solidFill>
              </a:rPr>
              <a:t>University website:</a:t>
            </a:r>
            <a:r>
              <a:rPr lang="en-GB" sz="1400" i="1" dirty="0">
                <a:hlinkClick r:id="rId4"/>
              </a:rPr>
              <a:t> https://www.plagiarism.admin.cam.ac.uk/definition</a:t>
            </a:r>
            <a:r>
              <a:rPr lang="en-GB" sz="1400" i="1" dirty="0"/>
              <a:t> </a:t>
            </a:r>
          </a:p>
        </p:txBody>
      </p:sp>
      <p:sp>
        <p:nvSpPr>
          <p:cNvPr id="3" name="Rectangle 2">
            <a:extLst>
              <a:ext uri="{FF2B5EF4-FFF2-40B4-BE49-F238E27FC236}">
                <a16:creationId xmlns:a16="http://schemas.microsoft.com/office/drawing/2014/main" id="{7476F36C-222E-E2C1-ACE7-893115EE6BE4}"/>
              </a:ext>
            </a:extLst>
          </p:cNvPr>
          <p:cNvSpPr/>
          <p:nvPr/>
        </p:nvSpPr>
        <p:spPr>
          <a:xfrm>
            <a:off x="384175" y="1556792"/>
            <a:ext cx="8337274" cy="432091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531038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87CAF-1D4D-4CAD-9AD2-457ADF2CCDBE}"/>
              </a:ext>
            </a:extLst>
          </p:cNvPr>
          <p:cNvSpPr>
            <a:spLocks noGrp="1"/>
          </p:cNvSpPr>
          <p:nvPr>
            <p:ph type="title"/>
          </p:nvPr>
        </p:nvSpPr>
        <p:spPr/>
        <p:txBody>
          <a:bodyPr/>
          <a:lstStyle/>
          <a:p>
            <a:r>
              <a:rPr lang="en-GB" dirty="0"/>
              <a:t>Practice Essay</a:t>
            </a:r>
          </a:p>
        </p:txBody>
      </p:sp>
      <p:sp>
        <p:nvSpPr>
          <p:cNvPr id="3" name="Content Placeholder 2">
            <a:extLst>
              <a:ext uri="{FF2B5EF4-FFF2-40B4-BE49-F238E27FC236}">
                <a16:creationId xmlns:a16="http://schemas.microsoft.com/office/drawing/2014/main" id="{B77AF8D4-FA4E-BCD8-CEF2-0ABA829B4C84}"/>
              </a:ext>
            </a:extLst>
          </p:cNvPr>
          <p:cNvSpPr>
            <a:spLocks noGrp="1"/>
          </p:cNvSpPr>
          <p:nvPr>
            <p:ph idx="1"/>
          </p:nvPr>
        </p:nvSpPr>
        <p:spPr/>
        <p:txBody>
          <a:bodyPr/>
          <a:lstStyle/>
          <a:p>
            <a:r>
              <a:rPr lang="en-GB" dirty="0"/>
              <a:t>Essay 1: </a:t>
            </a:r>
            <a:r>
              <a:rPr lang="en-GB" b="1" i="1" dirty="0"/>
              <a:t>What is crime?</a:t>
            </a:r>
          </a:p>
          <a:p>
            <a:r>
              <a:rPr lang="en-GB" dirty="0"/>
              <a:t>Essay 2: </a:t>
            </a:r>
            <a:r>
              <a:rPr lang="en-GB" b="1" i="1" dirty="0"/>
              <a:t>Choose one of the following factors. How is this factor related to offending? </a:t>
            </a:r>
            <a:r>
              <a:rPr lang="en-GB" dirty="0"/>
              <a:t>1) social disadvantage 2) delinquent peers 3) contact with the criminal justice system 4) drug use 5) cognitive impairment 6) victimisation</a:t>
            </a:r>
          </a:p>
          <a:p>
            <a:r>
              <a:rPr lang="en-GB" dirty="0"/>
              <a:t>Essay 3: </a:t>
            </a:r>
            <a:r>
              <a:rPr lang="en-GB" b="1" i="1" dirty="0"/>
              <a:t>Why do people desist from crime?</a:t>
            </a:r>
          </a:p>
          <a:p>
            <a:r>
              <a:rPr lang="en-GB" dirty="0"/>
              <a:t>Essay 4: </a:t>
            </a:r>
            <a:r>
              <a:rPr lang="en-GB" b="1" i="1" dirty="0"/>
              <a:t>What are the main drivers of criminal justice policy?</a:t>
            </a:r>
          </a:p>
        </p:txBody>
      </p:sp>
    </p:spTree>
    <p:extLst>
      <p:ext uri="{BB962C8B-B14F-4D97-AF65-F5344CB8AC3E}">
        <p14:creationId xmlns:p14="http://schemas.microsoft.com/office/powerpoint/2010/main" val="23827376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BB2DE326-59F2-4945-9535-0AF48B41A394}"/>
              </a:ext>
            </a:extLst>
          </p:cNvPr>
          <p:cNvSpPr>
            <a:spLocks noGrp="1" noChangeArrowheads="1"/>
          </p:cNvSpPr>
          <p:nvPr>
            <p:ph type="title"/>
          </p:nvPr>
        </p:nvSpPr>
        <p:spPr/>
        <p:txBody>
          <a:bodyPr/>
          <a:lstStyle/>
          <a:p>
            <a:pPr eaLnBrk="1" hangingPunct="1"/>
            <a:r>
              <a:rPr lang="en-US" altLang="en-US" dirty="0"/>
              <a:t>Summary</a:t>
            </a:r>
          </a:p>
        </p:txBody>
      </p:sp>
      <p:sp>
        <p:nvSpPr>
          <p:cNvPr id="4099" name="Rectangle 5">
            <a:extLst>
              <a:ext uri="{FF2B5EF4-FFF2-40B4-BE49-F238E27FC236}">
                <a16:creationId xmlns:a16="http://schemas.microsoft.com/office/drawing/2014/main" id="{A869C384-EAEC-447D-BE1A-AEAD569499E4}"/>
              </a:ext>
            </a:extLst>
          </p:cNvPr>
          <p:cNvSpPr>
            <a:spLocks noGrp="1" noChangeArrowheads="1"/>
          </p:cNvSpPr>
          <p:nvPr>
            <p:ph type="body" idx="1"/>
          </p:nvPr>
        </p:nvSpPr>
        <p:spPr>
          <a:xfrm>
            <a:off x="385762" y="1556792"/>
            <a:ext cx="8374063" cy="4673178"/>
          </a:xfrm>
        </p:spPr>
        <p:txBody>
          <a:bodyPr/>
          <a:lstStyle/>
          <a:p>
            <a:pPr marL="457200" indent="-457200" eaLnBrk="1" hangingPunct="1">
              <a:buFont typeface="+mj-lt"/>
              <a:buAutoNum type="arabicPeriod"/>
            </a:pPr>
            <a:r>
              <a:rPr lang="en-GB" sz="1950" b="1" dirty="0"/>
              <a:t>Essay mark scheme </a:t>
            </a:r>
          </a:p>
          <a:p>
            <a:pPr marL="801688" lvl="2" indent="-274638" eaLnBrk="1" hangingPunct="1">
              <a:buFont typeface="Arial" panose="020B0604020202020204" pitchFamily="34" charset="0"/>
              <a:buChar char="•"/>
            </a:pPr>
            <a:r>
              <a:rPr lang="en-GB" sz="1950" dirty="0"/>
              <a:t>Requirements for a strong MPhil essay</a:t>
            </a:r>
          </a:p>
          <a:p>
            <a:pPr marL="801688" lvl="2" indent="-274638" eaLnBrk="1" hangingPunct="1">
              <a:buFont typeface="Arial" panose="020B0604020202020204" pitchFamily="34" charset="0"/>
              <a:buChar char="•"/>
            </a:pPr>
            <a:r>
              <a:rPr lang="en-GB" sz="1950" dirty="0"/>
              <a:t>Common pitfalls to avoid </a:t>
            </a:r>
          </a:p>
          <a:p>
            <a:pPr marL="457200" indent="-457200" eaLnBrk="1" hangingPunct="1">
              <a:buFont typeface="+mj-lt"/>
              <a:buAutoNum type="arabicPeriod"/>
            </a:pPr>
            <a:r>
              <a:rPr lang="en-GB" sz="1950" b="1" dirty="0"/>
              <a:t>General guidance </a:t>
            </a:r>
          </a:p>
          <a:p>
            <a:pPr lvl="2" eaLnBrk="1" hangingPunct="1">
              <a:buFont typeface="Arial" panose="020B0604020202020204" pitchFamily="34" charset="0"/>
              <a:buChar char="•"/>
            </a:pPr>
            <a:r>
              <a:rPr lang="en-GB" sz="1950" dirty="0"/>
              <a:t>Techniques for answering the question </a:t>
            </a:r>
          </a:p>
          <a:p>
            <a:pPr lvl="2" eaLnBrk="1" hangingPunct="1">
              <a:buFont typeface="Arial" panose="020B0604020202020204" pitchFamily="34" charset="0"/>
              <a:buChar char="•"/>
            </a:pPr>
            <a:r>
              <a:rPr lang="en-GB" sz="1950" dirty="0"/>
              <a:t>Methods of structuring the essay </a:t>
            </a:r>
          </a:p>
          <a:p>
            <a:pPr lvl="2" eaLnBrk="1" hangingPunct="1">
              <a:buFont typeface="Arial" panose="020B0604020202020204" pitchFamily="34" charset="0"/>
              <a:buChar char="•"/>
            </a:pPr>
            <a:r>
              <a:rPr lang="en-GB" sz="1950" dirty="0"/>
              <a:t>Ideas for developing content </a:t>
            </a:r>
          </a:p>
          <a:p>
            <a:pPr lvl="2" eaLnBrk="1" hangingPunct="1">
              <a:buFont typeface="Arial" panose="020B0604020202020204" pitchFamily="34" charset="0"/>
              <a:buChar char="•"/>
            </a:pPr>
            <a:r>
              <a:rPr lang="en-GB" sz="1950" dirty="0"/>
              <a:t>Stylistic principles for academic writing</a:t>
            </a:r>
          </a:p>
          <a:p>
            <a:pPr lvl="2" eaLnBrk="1" hangingPunct="1">
              <a:buFont typeface="Arial" panose="020B0604020202020204" pitchFamily="34" charset="0"/>
              <a:buChar char="•"/>
            </a:pPr>
            <a:r>
              <a:rPr lang="en-GB" altLang="en-US" sz="1950" dirty="0"/>
              <a:t>Format and reference</a:t>
            </a:r>
            <a:endParaRPr lang="en-US" altLang="en-US" sz="1950" dirty="0"/>
          </a:p>
        </p:txBody>
      </p:sp>
    </p:spTree>
    <p:extLst>
      <p:ext uri="{BB962C8B-B14F-4D97-AF65-F5344CB8AC3E}">
        <p14:creationId xmlns:p14="http://schemas.microsoft.com/office/powerpoint/2010/main" val="28097157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BB2DE326-59F2-4945-9535-0AF48B41A394}"/>
              </a:ext>
            </a:extLst>
          </p:cNvPr>
          <p:cNvSpPr>
            <a:spLocks noGrp="1" noChangeArrowheads="1"/>
          </p:cNvSpPr>
          <p:nvPr>
            <p:ph type="title"/>
          </p:nvPr>
        </p:nvSpPr>
        <p:spPr/>
        <p:txBody>
          <a:bodyPr/>
          <a:lstStyle/>
          <a:p>
            <a:pPr eaLnBrk="1" hangingPunct="1"/>
            <a:r>
              <a:rPr lang="en-US" altLang="en-US" dirty="0"/>
              <a:t>Resources</a:t>
            </a:r>
          </a:p>
        </p:txBody>
      </p:sp>
      <p:sp>
        <p:nvSpPr>
          <p:cNvPr id="4099" name="Rectangle 5">
            <a:extLst>
              <a:ext uri="{FF2B5EF4-FFF2-40B4-BE49-F238E27FC236}">
                <a16:creationId xmlns:a16="http://schemas.microsoft.com/office/drawing/2014/main" id="{A869C384-EAEC-447D-BE1A-AEAD569499E4}"/>
              </a:ext>
            </a:extLst>
          </p:cNvPr>
          <p:cNvSpPr>
            <a:spLocks noGrp="1" noChangeArrowheads="1"/>
          </p:cNvSpPr>
          <p:nvPr>
            <p:ph type="body" idx="1"/>
          </p:nvPr>
        </p:nvSpPr>
        <p:spPr/>
        <p:txBody>
          <a:bodyPr>
            <a:normAutofit fontScale="85000" lnSpcReduction="20000"/>
          </a:bodyPr>
          <a:lstStyle/>
          <a:p>
            <a:pPr marL="0" indent="0" eaLnBrk="1" hangingPunct="1">
              <a:buNone/>
            </a:pPr>
            <a:r>
              <a:rPr lang="en-US" altLang="en-US" b="1" dirty="0"/>
              <a:t>The Academic </a:t>
            </a:r>
            <a:r>
              <a:rPr lang="en-US" altLang="en-US" b="1" dirty="0" err="1"/>
              <a:t>Phrasebank</a:t>
            </a:r>
            <a:endParaRPr lang="en-US" altLang="en-US" b="1" dirty="0"/>
          </a:p>
          <a:p>
            <a:pPr eaLnBrk="1" hangingPunct="1"/>
            <a:r>
              <a:rPr lang="en-US" altLang="en-US" dirty="0">
                <a:hlinkClick r:id="rId3"/>
              </a:rPr>
              <a:t>https://www.phrasebank.manchester.ac.uk/</a:t>
            </a:r>
            <a:r>
              <a:rPr lang="en-US" altLang="en-US" dirty="0"/>
              <a:t> </a:t>
            </a:r>
          </a:p>
          <a:p>
            <a:pPr marL="0" indent="0" eaLnBrk="1" hangingPunct="1">
              <a:buNone/>
            </a:pPr>
            <a:r>
              <a:rPr lang="en-US" altLang="en-US" b="1" dirty="0"/>
              <a:t>LSE Blog: Writing for Research</a:t>
            </a:r>
          </a:p>
          <a:p>
            <a:pPr eaLnBrk="1" hangingPunct="1"/>
            <a:r>
              <a:rPr lang="en-US" altLang="en-US" dirty="0">
                <a:hlinkClick r:id="rId4"/>
              </a:rPr>
              <a:t>https://blogs.lse.ac.uk/writingforresearch/</a:t>
            </a:r>
            <a:r>
              <a:rPr lang="en-US" altLang="en-US" dirty="0"/>
              <a:t> </a:t>
            </a:r>
          </a:p>
          <a:p>
            <a:pPr marL="0" indent="0" eaLnBrk="1" hangingPunct="1">
              <a:buNone/>
            </a:pPr>
            <a:r>
              <a:rPr lang="en-US" altLang="en-US" b="1" dirty="0"/>
              <a:t>Academic Development and Training for International Students (ADTIS)</a:t>
            </a:r>
          </a:p>
          <a:p>
            <a:pPr eaLnBrk="1" hangingPunct="1">
              <a:tabLst>
                <a:tab pos="3409950" algn="l"/>
              </a:tabLst>
            </a:pPr>
            <a:r>
              <a:rPr lang="en-US" altLang="en-US" dirty="0">
                <a:hlinkClick r:id="rId5"/>
              </a:rPr>
              <a:t>https://www.langcen.cam.ac.uk/adtis/adtis-index.html</a:t>
            </a:r>
            <a:r>
              <a:rPr lang="en-US" altLang="en-US" dirty="0"/>
              <a:t> </a:t>
            </a:r>
          </a:p>
          <a:p>
            <a:pPr marL="0" indent="0" eaLnBrk="1" hangingPunct="1">
              <a:buNone/>
            </a:pPr>
            <a:r>
              <a:rPr lang="en-US" altLang="en-US" b="1" dirty="0" err="1"/>
              <a:t>Grammerly</a:t>
            </a:r>
            <a:endParaRPr lang="en-US" altLang="en-US" b="1" dirty="0"/>
          </a:p>
          <a:p>
            <a:pPr eaLnBrk="1" hangingPunct="1"/>
            <a:r>
              <a:rPr lang="en-US" altLang="en-US" dirty="0">
                <a:hlinkClick r:id="rId6"/>
              </a:rPr>
              <a:t>https://www.grammarly.com/</a:t>
            </a:r>
            <a:r>
              <a:rPr lang="en-US" altLang="en-US" dirty="0"/>
              <a:t> </a:t>
            </a:r>
          </a:p>
          <a:p>
            <a:pPr marL="0" indent="0" eaLnBrk="1" hangingPunct="1">
              <a:buNone/>
            </a:pPr>
            <a:r>
              <a:rPr lang="en-US" altLang="en-US" b="1" dirty="0"/>
              <a:t>Thesis Whisperer</a:t>
            </a:r>
          </a:p>
          <a:p>
            <a:pPr eaLnBrk="1" hangingPunct="1"/>
            <a:r>
              <a:rPr lang="en-US" altLang="en-US" dirty="0">
                <a:hlinkClick r:id="rId7"/>
              </a:rPr>
              <a:t>https://thesiswhisperer.com/category/on-writing/</a:t>
            </a:r>
            <a:r>
              <a:rPr lang="en-US" altLang="en-US" dirty="0"/>
              <a:t> </a:t>
            </a:r>
          </a:p>
        </p:txBody>
      </p:sp>
    </p:spTree>
    <p:extLst>
      <p:ext uri="{BB962C8B-B14F-4D97-AF65-F5344CB8AC3E}">
        <p14:creationId xmlns:p14="http://schemas.microsoft.com/office/powerpoint/2010/main" val="2903974814"/>
      </p:ext>
    </p:extLst>
  </p:cSld>
  <p:clrMapOvr>
    <a:masterClrMapping/>
  </p:clrMapOvr>
</p:sld>
</file>

<file path=ppt/theme/theme1.xml><?xml version="1.0" encoding="utf-8"?>
<a:theme xmlns:a="http://schemas.openxmlformats.org/drawingml/2006/main" name="blank">
  <a:themeElements>
    <a:clrScheme name="blank 1">
      <a:dk1>
        <a:srgbClr val="003E72"/>
      </a:dk1>
      <a:lt1>
        <a:srgbClr val="FFFFFF"/>
      </a:lt1>
      <a:dk2>
        <a:srgbClr val="FFFFFF"/>
      </a:dk2>
      <a:lt2>
        <a:srgbClr val="00B3BE"/>
      </a:lt2>
      <a:accent1>
        <a:srgbClr val="0073CF"/>
      </a:accent1>
      <a:accent2>
        <a:srgbClr val="E37222"/>
      </a:accent2>
      <a:accent3>
        <a:srgbClr val="FFFFFF"/>
      </a:accent3>
      <a:accent4>
        <a:srgbClr val="003460"/>
      </a:accent4>
      <a:accent5>
        <a:srgbClr val="AABCE4"/>
      </a:accent5>
      <a:accent6>
        <a:srgbClr val="CE671E"/>
      </a:accent6>
      <a:hlink>
        <a:srgbClr val="58A618"/>
      </a:hlink>
      <a:folHlink>
        <a:srgbClr val="8E258D"/>
      </a:folHlink>
    </a:clrScheme>
    <a:fontScheme name="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ank 1">
        <a:dk1>
          <a:srgbClr val="003E72"/>
        </a:dk1>
        <a:lt1>
          <a:srgbClr val="FFFFFF"/>
        </a:lt1>
        <a:dk2>
          <a:srgbClr val="FFFFFF"/>
        </a:dk2>
        <a:lt2>
          <a:srgbClr val="00B3BE"/>
        </a:lt2>
        <a:accent1>
          <a:srgbClr val="0073CF"/>
        </a:accent1>
        <a:accent2>
          <a:srgbClr val="E37222"/>
        </a:accent2>
        <a:accent3>
          <a:srgbClr val="FFFFFF"/>
        </a:accent3>
        <a:accent4>
          <a:srgbClr val="003460"/>
        </a:accent4>
        <a:accent5>
          <a:srgbClr val="AABCE4"/>
        </a:accent5>
        <a:accent6>
          <a:srgbClr val="CE671E"/>
        </a:accent6>
        <a:hlink>
          <a:srgbClr val="58A618"/>
        </a:hlink>
        <a:folHlink>
          <a:srgbClr val="8E258D"/>
        </a:folHlink>
      </a:clrScheme>
      <a:clrMap bg1="lt1" tx1="dk1" bg2="lt2" tx2="dk2" accent1="accent1" accent2="accent2" accent3="accent3" accent4="accent4" accent5="accent5" accent6="accent6" hlink="hlink" folHlink="folHlink"/>
    </a:extraClrScheme>
    <a:extraClrScheme>
      <a:clrScheme name="blank 2">
        <a:dk1>
          <a:srgbClr val="003E72"/>
        </a:dk1>
        <a:lt1>
          <a:srgbClr val="FFFFFF"/>
        </a:lt1>
        <a:dk2>
          <a:srgbClr val="FFFFFF"/>
        </a:dk2>
        <a:lt2>
          <a:srgbClr val="83AFB4"/>
        </a:lt2>
        <a:accent1>
          <a:srgbClr val="6AADE4"/>
        </a:accent1>
        <a:accent2>
          <a:srgbClr val="EFBD47"/>
        </a:accent2>
        <a:accent3>
          <a:srgbClr val="FFFFFF"/>
        </a:accent3>
        <a:accent4>
          <a:srgbClr val="003460"/>
        </a:accent4>
        <a:accent5>
          <a:srgbClr val="B9D3EF"/>
        </a:accent5>
        <a:accent6>
          <a:srgbClr val="D9AB3F"/>
        </a:accent6>
        <a:hlink>
          <a:srgbClr val="A8B400"/>
        </a:hlink>
        <a:folHlink>
          <a:srgbClr val="6A4061"/>
        </a:folHlink>
      </a:clrScheme>
      <a:clrMap bg1="lt1" tx1="dk1" bg2="lt2" tx2="dk2" accent1="accent1" accent2="accent2" accent3="accent3" accent4="accent4" accent5="accent5" accent6="accent6" hlink="hlink" folHlink="folHlink"/>
    </a:extraClrScheme>
    <a:extraClrScheme>
      <a:clrScheme name="blank 3">
        <a:dk1>
          <a:srgbClr val="003E72"/>
        </a:dk1>
        <a:lt1>
          <a:srgbClr val="FFFFFF"/>
        </a:lt1>
        <a:dk2>
          <a:srgbClr val="FFFFFF"/>
        </a:dk2>
        <a:lt2>
          <a:srgbClr val="156570"/>
        </a:lt2>
        <a:accent1>
          <a:srgbClr val="003E72"/>
        </a:accent1>
        <a:accent2>
          <a:srgbClr val="C84E00"/>
        </a:accent2>
        <a:accent3>
          <a:srgbClr val="FFFFFF"/>
        </a:accent3>
        <a:accent4>
          <a:srgbClr val="003460"/>
        </a:accent4>
        <a:accent5>
          <a:srgbClr val="AAAFBC"/>
        </a:accent5>
        <a:accent6>
          <a:srgbClr val="B54600"/>
        </a:accent6>
        <a:hlink>
          <a:srgbClr val="435125"/>
        </a:hlink>
        <a:folHlink>
          <a:srgbClr val="412D5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D58AF6313C09244AEC11C0AFDE66608" ma:contentTypeVersion="18" ma:contentTypeDescription="Create a new document." ma:contentTypeScope="" ma:versionID="cc23821e50e48bf36bc2266f055c3b99">
  <xsd:schema xmlns:xsd="http://www.w3.org/2001/XMLSchema" xmlns:xs="http://www.w3.org/2001/XMLSchema" xmlns:p="http://schemas.microsoft.com/office/2006/metadata/properties" xmlns:ns2="ca2764dc-a033-43a4-9ebd-4d72c4a401e9" xmlns:ns3="4802f5d8-eb31-4047-8075-bf0e2351b4f3" targetNamespace="http://schemas.microsoft.com/office/2006/metadata/properties" ma:root="true" ma:fieldsID="3e5a5efc79d36b112af40b36d1152516" ns2:_="" ns3:_="">
    <xsd:import namespace="ca2764dc-a033-43a4-9ebd-4d72c4a401e9"/>
    <xsd:import namespace="4802f5d8-eb31-4047-8075-bf0e2351b4f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LengthInSeconds" minOccurs="0"/>
                <xsd:element ref="ns2:lcf76f155ced4ddcb4097134ff3c332f" minOccurs="0"/>
                <xsd:element ref="ns3:TaxCatchAll"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2764dc-a033-43a4-9ebd-4d72c4a401e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aa27f011-1a9c-4bbb-bffd-f61e666ec8a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802f5d8-eb31-4047-8075-bf0e2351b4f3"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EEFE6E8D-C62D-4C3E-B5FA-B6DEEF816A98}" ma:internalName="TaxCatchAll" ma:showField="CatchAllData" ma:web="{5512f23b-13d8-4d01-ac1f-c33bb0b63f78}">
      <xsd:complexType>
        <xsd:complexContent>
          <xsd:extension base="dms:MultiChoiceLookup">
            <xsd:sequence>
              <xsd:element name="Value" type="dms:Lookup" maxOccurs="unbounded" minOccurs="0" nillable="true"/>
            </xsd:sequence>
          </xsd:extension>
        </xsd:complexContent>
      </xsd:complexType>
    </xsd:element>
    <xsd:element name="SharedWithUsers" ma:index="2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a2764dc-a033-43a4-9ebd-4d72c4a401e9">
      <Terms xmlns="http://schemas.microsoft.com/office/infopath/2007/PartnerControls"/>
    </lcf76f155ced4ddcb4097134ff3c332f>
    <TaxCatchAll xmlns="4802f5d8-eb31-4047-8075-bf0e2351b4f3" xsi:nil="true"/>
  </documentManagement>
</p:properties>
</file>

<file path=customXml/itemProps1.xml><?xml version="1.0" encoding="utf-8"?>
<ds:datastoreItem xmlns:ds="http://schemas.openxmlformats.org/officeDocument/2006/customXml" ds:itemID="{4657562D-8C8B-4C97-A00E-7FFF9D98E77E}">
  <ds:schemaRefs>
    <ds:schemaRef ds:uri="http://schemas.microsoft.com/sharepoint/v3/contenttype/forms"/>
  </ds:schemaRefs>
</ds:datastoreItem>
</file>

<file path=customXml/itemProps2.xml><?xml version="1.0" encoding="utf-8"?>
<ds:datastoreItem xmlns:ds="http://schemas.openxmlformats.org/officeDocument/2006/customXml" ds:itemID="{0FFF0AAE-A420-4954-8C09-8E51BCF3435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a2764dc-a033-43a4-9ebd-4d72c4a401e9"/>
    <ds:schemaRef ds:uri="4802f5d8-eb31-4047-8075-bf0e2351b4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432AB76-8C8C-4A45-8A5A-9F4EA639B011}">
  <ds:schemaRefs>
    <ds:schemaRef ds:uri="http://schemas.microsoft.com/office/2006/metadata/properties"/>
    <ds:schemaRef ds:uri="http://schemas.microsoft.com/office/infopath/2007/PartnerControls"/>
    <ds:schemaRef ds:uri="ca2764dc-a033-43a4-9ebd-4d72c4a401e9"/>
    <ds:schemaRef ds:uri="4802f5d8-eb31-4047-8075-bf0e2351b4f3"/>
  </ds:schemaRefs>
</ds:datastoreItem>
</file>

<file path=docProps/app.xml><?xml version="1.0" encoding="utf-8"?>
<Properties xmlns="http://schemas.openxmlformats.org/officeDocument/2006/extended-properties" xmlns:vt="http://schemas.openxmlformats.org/officeDocument/2006/docPropsVTypes">
  <Template/>
  <TotalTime>12178</TotalTime>
  <Words>5334</Words>
  <Application>Microsoft Office PowerPoint</Application>
  <PresentationFormat>On-screen Show (4:3)</PresentationFormat>
  <Paragraphs>393</Paragraphs>
  <Slides>27</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Arial</vt:lpstr>
      <vt:lpstr>Arial (Heading)</vt:lpstr>
      <vt:lpstr>Fira Sans</vt:lpstr>
      <vt:lpstr>georgia</vt:lpstr>
      <vt:lpstr>Roboto</vt:lpstr>
      <vt:lpstr>blank</vt:lpstr>
      <vt:lpstr>Essay Writing</vt:lpstr>
      <vt:lpstr>Objectives</vt:lpstr>
      <vt:lpstr>Outline for Today</vt:lpstr>
      <vt:lpstr>Essay timetable</vt:lpstr>
      <vt:lpstr>Essay Mark Scheme</vt:lpstr>
      <vt:lpstr>Essay Mark Scheme</vt:lpstr>
      <vt:lpstr>Content</vt:lpstr>
      <vt:lpstr>Common Pitfalls</vt:lpstr>
      <vt:lpstr>Answering the Question</vt:lpstr>
      <vt:lpstr>Answering the Question</vt:lpstr>
      <vt:lpstr>Essay Structure</vt:lpstr>
      <vt:lpstr>Introduction</vt:lpstr>
      <vt:lpstr>Paragraphs</vt:lpstr>
      <vt:lpstr>Content</vt:lpstr>
      <vt:lpstr>Conclusion</vt:lpstr>
      <vt:lpstr>Critical Analysis</vt:lpstr>
      <vt:lpstr>PowerPoint Presentation</vt:lpstr>
      <vt:lpstr>Stylistic Principles</vt:lpstr>
      <vt:lpstr>Format</vt:lpstr>
      <vt:lpstr>Format</vt:lpstr>
      <vt:lpstr>Tables and Figures</vt:lpstr>
      <vt:lpstr>Rewriting and Editing</vt:lpstr>
      <vt:lpstr>Referencing</vt:lpstr>
      <vt:lpstr>Academic Misconduct </vt:lpstr>
      <vt:lpstr>Practice Essay</vt:lpstr>
      <vt:lpstr>Summary</vt:lpstr>
      <vt:lpstr>Resources</vt:lpstr>
    </vt:vector>
  </TitlesOfParts>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c:creator>
  <cp:lastModifiedBy>Faith Payne</cp:lastModifiedBy>
  <cp:revision>19</cp:revision>
  <cp:lastPrinted>1601-01-01T00:00:00Z</cp:lastPrinted>
  <dcterms:created xsi:type="dcterms:W3CDTF">2008-03-27T10:29:55Z</dcterms:created>
  <dcterms:modified xsi:type="dcterms:W3CDTF">2024-11-19T15:57:05Z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ContentTypeId">
    <vt:lpwstr>0x010100DD58AF6313C09244AEC11C0AFDE66608</vt:lpwstr>
  </property>
</Properties>
</file>