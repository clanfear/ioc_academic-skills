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6"/>
  </p:notesMasterIdLst>
  <p:sldIdLst>
    <p:sldId id="257" r:id="rId5"/>
    <p:sldId id="258" r:id="rId6"/>
    <p:sldId id="259" r:id="rId7"/>
    <p:sldId id="260" r:id="rId8"/>
    <p:sldId id="261" r:id="rId9"/>
    <p:sldId id="266" r:id="rId10"/>
    <p:sldId id="267" r:id="rId11"/>
    <p:sldId id="262" r:id="rId12"/>
    <p:sldId id="263" r:id="rId13"/>
    <p:sldId id="264" r:id="rId14"/>
    <p:sldId id="265" r:id="rId15"/>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65"/>
    <p:restoredTop sz="94726"/>
  </p:normalViewPr>
  <p:slideViewPr>
    <p:cSldViewPr>
      <p:cViewPr varScale="1">
        <p:scale>
          <a:sx n="88" d="100"/>
          <a:sy n="88" d="100"/>
        </p:scale>
        <p:origin x="200" y="94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6BE8FD03-8C67-0D4D-BB18-35843A16B08D}" type="datetimeFigureOut">
              <a:rPr lang="en-US" smtClean="0"/>
              <a:t>11/18/24</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434DE6D7-9252-BC4E-B2E0-A6F3EF3A4A11}" type="slidenum">
              <a:rPr lang="en-US" smtClean="0"/>
              <a:t>‹#›</a:t>
            </a:fld>
            <a:endParaRPr lang="en-US"/>
          </a:p>
        </p:txBody>
      </p:sp>
    </p:spTree>
    <p:extLst>
      <p:ext uri="{BB962C8B-B14F-4D97-AF65-F5344CB8AC3E}">
        <p14:creationId xmlns:p14="http://schemas.microsoft.com/office/powerpoint/2010/main" val="2968768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Should generally follow the logic of an academic paper, but likely shorter, just focusing on main points, and in a more ‘human’ voice.</a:t>
            </a:r>
          </a:p>
          <a:p>
            <a:endParaRPr lang="en-US" dirty="0"/>
          </a:p>
          <a:p>
            <a:r>
              <a:rPr lang="en-US" dirty="0"/>
              <a:t>Before making your presentation, make sure you’re clear on:</a:t>
            </a:r>
          </a:p>
          <a:p>
            <a:r>
              <a:rPr lang="en-US" dirty="0"/>
              <a:t>Who your audience is: are they experts or general?  Are they academics or high schoolers?  This should inform how much jargon you use and how formally you speak.</a:t>
            </a:r>
          </a:p>
          <a:p>
            <a:r>
              <a:rPr lang="en-US" dirty="0"/>
              <a:t>Why would your audience be interested in your topic?  You may want to focus in on different aspects depending on your audience.  When presenting in department, you should focus on your contribution to the field and the quality of your research plan.  When presenting to policy makers, you should focus more on the real-world impact.  (don’t leave either out, but just focus differently)</a:t>
            </a:r>
          </a:p>
          <a:p>
            <a:r>
              <a:rPr lang="en-US" dirty="0"/>
              <a:t>This should also inform what you put in your slides– do you include gifs and memes? Do you include reminders for definitions of technical language?</a:t>
            </a:r>
          </a:p>
        </p:txBody>
      </p:sp>
      <p:sp>
        <p:nvSpPr>
          <p:cNvPr id="4" name="Slide Number Placeholder 3"/>
          <p:cNvSpPr>
            <a:spLocks noGrp="1"/>
          </p:cNvSpPr>
          <p:nvPr>
            <p:ph type="sldNum" sz="quarter" idx="5"/>
          </p:nvPr>
        </p:nvSpPr>
        <p:spPr/>
        <p:txBody>
          <a:bodyPr/>
          <a:lstStyle/>
          <a:p>
            <a:fld id="{434DE6D7-9252-BC4E-B2E0-A6F3EF3A4A11}" type="slidenum">
              <a:rPr lang="en-US" smtClean="0"/>
              <a:t>2</a:t>
            </a:fld>
            <a:endParaRPr lang="en-US"/>
          </a:p>
        </p:txBody>
      </p:sp>
    </p:spTree>
    <p:extLst>
      <p:ext uri="{BB962C8B-B14F-4D97-AF65-F5344CB8AC3E}">
        <p14:creationId xmlns:p14="http://schemas.microsoft.com/office/powerpoint/2010/main" val="2694350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sometimes prefer to present before I begin writing a large/important piece because this can help me organize my thoughts and find gaps in my research/argument</a:t>
            </a:r>
          </a:p>
          <a:p>
            <a:r>
              <a:rPr lang="en-US" dirty="0"/>
              <a:t>Do plan a structure for the presentation to make sure you hit all of the crucial points</a:t>
            </a:r>
          </a:p>
          <a:p>
            <a:r>
              <a:rPr lang="en-US" dirty="0"/>
              <a:t>Include references!</a:t>
            </a:r>
          </a:p>
        </p:txBody>
      </p:sp>
      <p:sp>
        <p:nvSpPr>
          <p:cNvPr id="4" name="Slide Number Placeholder 3"/>
          <p:cNvSpPr>
            <a:spLocks noGrp="1"/>
          </p:cNvSpPr>
          <p:nvPr>
            <p:ph type="sldNum" sz="quarter" idx="5"/>
          </p:nvPr>
        </p:nvSpPr>
        <p:spPr/>
        <p:txBody>
          <a:bodyPr/>
          <a:lstStyle/>
          <a:p>
            <a:fld id="{434DE6D7-9252-BC4E-B2E0-A6F3EF3A4A11}" type="slidenum">
              <a:rPr lang="en-US" smtClean="0"/>
              <a:t>3</a:t>
            </a:fld>
            <a:endParaRPr lang="en-US"/>
          </a:p>
        </p:txBody>
      </p:sp>
    </p:spTree>
    <p:extLst>
      <p:ext uri="{BB962C8B-B14F-4D97-AF65-F5344CB8AC3E}">
        <p14:creationId xmlns:p14="http://schemas.microsoft.com/office/powerpoint/2010/main" val="24505337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will generally follow the structure of an academic paper, but much more pointed.</a:t>
            </a:r>
          </a:p>
          <a:p>
            <a:r>
              <a:rPr lang="en-US" dirty="0"/>
              <a:t>Any technical/jargon phrases should be defined as early as possible! </a:t>
            </a:r>
          </a:p>
        </p:txBody>
      </p:sp>
      <p:sp>
        <p:nvSpPr>
          <p:cNvPr id="4" name="Slide Number Placeholder 3"/>
          <p:cNvSpPr>
            <a:spLocks noGrp="1"/>
          </p:cNvSpPr>
          <p:nvPr>
            <p:ph type="sldNum" sz="quarter" idx="5"/>
          </p:nvPr>
        </p:nvSpPr>
        <p:spPr/>
        <p:txBody>
          <a:bodyPr/>
          <a:lstStyle/>
          <a:p>
            <a:fld id="{434DE6D7-9252-BC4E-B2E0-A6F3EF3A4A11}" type="slidenum">
              <a:rPr lang="en-US" smtClean="0"/>
              <a:t>4</a:t>
            </a:fld>
            <a:endParaRPr lang="en-US"/>
          </a:p>
        </p:txBody>
      </p:sp>
    </p:spTree>
    <p:extLst>
      <p:ext uri="{BB962C8B-B14F-4D97-AF65-F5344CB8AC3E}">
        <p14:creationId xmlns:p14="http://schemas.microsoft.com/office/powerpoint/2010/main" val="2792350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can read faster than you will talk.  They also tend to focus visually more on your slides than you, which can pull their overall focus if the slide doesn’t reinforce what you’re saying. SO:</a:t>
            </a:r>
          </a:p>
          <a:p>
            <a:r>
              <a:rPr lang="en-US" dirty="0"/>
              <a:t>DO NOT put too much text on your slides.  In general, do not type out full sentences, unless there’s an important quote or other valid reason.</a:t>
            </a:r>
          </a:p>
          <a:p>
            <a:r>
              <a:rPr lang="en-US" dirty="0"/>
              <a:t>DO NOT put overly distracting visuals on the slide.  If you include pictures, these should reinforce what you’re saying.  I would generally discourage gifs as the movement is going to distract people. </a:t>
            </a:r>
          </a:p>
          <a:p>
            <a:r>
              <a:rPr lang="en-US" dirty="0"/>
              <a:t>If you want to include a video, have it play while you’re not talking.  Use this time as a moment to sip some water and/or briefly reflect on how the presentation is going so far.</a:t>
            </a:r>
          </a:p>
        </p:txBody>
      </p:sp>
      <p:sp>
        <p:nvSpPr>
          <p:cNvPr id="4" name="Slide Number Placeholder 3"/>
          <p:cNvSpPr>
            <a:spLocks noGrp="1"/>
          </p:cNvSpPr>
          <p:nvPr>
            <p:ph type="sldNum" sz="quarter" idx="5"/>
          </p:nvPr>
        </p:nvSpPr>
        <p:spPr/>
        <p:txBody>
          <a:bodyPr/>
          <a:lstStyle/>
          <a:p>
            <a:fld id="{434DE6D7-9252-BC4E-B2E0-A6F3EF3A4A11}" type="slidenum">
              <a:rPr lang="en-US" smtClean="0"/>
              <a:t>5</a:t>
            </a:fld>
            <a:endParaRPr lang="en-US"/>
          </a:p>
        </p:txBody>
      </p:sp>
    </p:spTree>
    <p:extLst>
      <p:ext uri="{BB962C8B-B14F-4D97-AF65-F5344CB8AC3E}">
        <p14:creationId xmlns:p14="http://schemas.microsoft.com/office/powerpoint/2010/main" val="3724902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62729-C83C-C019-53B6-C92CA42620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A9ED4-DCAA-D6CD-81DB-BBACE48BA7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D10E2C-7B7B-5798-3181-46F3C5FF9D10}"/>
              </a:ext>
            </a:extLst>
          </p:cNvPr>
          <p:cNvSpPr>
            <a:spLocks noGrp="1"/>
          </p:cNvSpPr>
          <p:nvPr>
            <p:ph type="body" idx="1"/>
          </p:nvPr>
        </p:nvSpPr>
        <p:spPr/>
        <p:txBody>
          <a:bodyPr/>
          <a:lstStyle/>
          <a:p>
            <a:r>
              <a:rPr lang="en-US" dirty="0"/>
              <a:t>When including graphs, make sure they are very easily interpretable so that the audience isn’t ignoring you to try and decipher your hieroglyphics.</a:t>
            </a:r>
          </a:p>
        </p:txBody>
      </p:sp>
      <p:sp>
        <p:nvSpPr>
          <p:cNvPr id="4" name="Slide Number Placeholder 3">
            <a:extLst>
              <a:ext uri="{FF2B5EF4-FFF2-40B4-BE49-F238E27FC236}">
                <a16:creationId xmlns:a16="http://schemas.microsoft.com/office/drawing/2014/main" id="{6EBF54F1-1F80-D073-4D8F-88A49FD30DE4}"/>
              </a:ext>
            </a:extLst>
          </p:cNvPr>
          <p:cNvSpPr>
            <a:spLocks noGrp="1"/>
          </p:cNvSpPr>
          <p:nvPr>
            <p:ph type="sldNum" sz="quarter" idx="5"/>
          </p:nvPr>
        </p:nvSpPr>
        <p:spPr/>
        <p:txBody>
          <a:bodyPr/>
          <a:lstStyle/>
          <a:p>
            <a:fld id="{434DE6D7-9252-BC4E-B2E0-A6F3EF3A4A11}" type="slidenum">
              <a:rPr lang="en-US" smtClean="0"/>
              <a:t>6</a:t>
            </a:fld>
            <a:endParaRPr lang="en-US"/>
          </a:p>
        </p:txBody>
      </p:sp>
    </p:spTree>
    <p:extLst>
      <p:ext uri="{BB962C8B-B14F-4D97-AF65-F5344CB8AC3E}">
        <p14:creationId xmlns:p14="http://schemas.microsoft.com/office/powerpoint/2010/main" val="34343132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00FFF-9877-8CD9-B1BA-DEF284B333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2C862E-B7AD-701D-144D-F10A08FE4B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3E2B6C-4D5E-497E-F01E-1A6A10FB3D7A}"/>
              </a:ext>
            </a:extLst>
          </p:cNvPr>
          <p:cNvSpPr>
            <a:spLocks noGrp="1"/>
          </p:cNvSpPr>
          <p:nvPr>
            <p:ph type="body" idx="1"/>
          </p:nvPr>
        </p:nvSpPr>
        <p:spPr/>
        <p:txBody>
          <a:bodyPr/>
          <a:lstStyle/>
          <a:p>
            <a:r>
              <a:rPr lang="en-US" dirty="0"/>
              <a:t>When including graphs.  Be careful with scaling, as this can lead to misinterpretations.  This is something that R will sometimes automatically mess up, so check your graphs before adding them to your slides and manually adjust the scaling in your code if necessary.</a:t>
            </a:r>
          </a:p>
        </p:txBody>
      </p:sp>
      <p:sp>
        <p:nvSpPr>
          <p:cNvPr id="4" name="Slide Number Placeholder 3">
            <a:extLst>
              <a:ext uri="{FF2B5EF4-FFF2-40B4-BE49-F238E27FC236}">
                <a16:creationId xmlns:a16="http://schemas.microsoft.com/office/drawing/2014/main" id="{08AE367B-1E25-9AFC-E5D2-478E5242BE9D}"/>
              </a:ext>
            </a:extLst>
          </p:cNvPr>
          <p:cNvSpPr>
            <a:spLocks noGrp="1"/>
          </p:cNvSpPr>
          <p:nvPr>
            <p:ph type="sldNum" sz="quarter" idx="5"/>
          </p:nvPr>
        </p:nvSpPr>
        <p:spPr/>
        <p:txBody>
          <a:bodyPr/>
          <a:lstStyle/>
          <a:p>
            <a:fld id="{434DE6D7-9252-BC4E-B2E0-A6F3EF3A4A11}" type="slidenum">
              <a:rPr lang="en-US" smtClean="0"/>
              <a:t>7</a:t>
            </a:fld>
            <a:endParaRPr lang="en-US"/>
          </a:p>
        </p:txBody>
      </p:sp>
    </p:spTree>
    <p:extLst>
      <p:ext uri="{BB962C8B-B14F-4D97-AF65-F5344CB8AC3E}">
        <p14:creationId xmlns:p14="http://schemas.microsoft.com/office/powerpoint/2010/main" val="34118283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you’re preparing for the presentation, practice like you want to perform.</a:t>
            </a:r>
          </a:p>
          <a:p>
            <a:r>
              <a:rPr lang="en-US" dirty="0"/>
              <a:t>Slow down.  It’s common for people to speak really quickly when nervous.</a:t>
            </a:r>
          </a:p>
          <a:p>
            <a:r>
              <a:rPr lang="en-US" dirty="0"/>
              <a:t>If possible, have someone you know in the audience who you can look at if you get nervous, and who can give you subtle hand signals like ‘speak up’ or ‘slow down’</a:t>
            </a:r>
          </a:p>
          <a:p>
            <a:r>
              <a:rPr lang="en-US" dirty="0"/>
              <a:t>You’re going to mess up.  It’s unlikely anyone will remember except for you.</a:t>
            </a:r>
          </a:p>
          <a:p>
            <a:r>
              <a:rPr lang="en-US" dirty="0"/>
              <a:t>Does anyone else have tips for nerves when presenting that I haven’t mentioned?</a:t>
            </a:r>
          </a:p>
        </p:txBody>
      </p:sp>
      <p:sp>
        <p:nvSpPr>
          <p:cNvPr id="4" name="Slide Number Placeholder 3"/>
          <p:cNvSpPr>
            <a:spLocks noGrp="1"/>
          </p:cNvSpPr>
          <p:nvPr>
            <p:ph type="sldNum" sz="quarter" idx="5"/>
          </p:nvPr>
        </p:nvSpPr>
        <p:spPr/>
        <p:txBody>
          <a:bodyPr/>
          <a:lstStyle/>
          <a:p>
            <a:fld id="{434DE6D7-9252-BC4E-B2E0-A6F3EF3A4A11}" type="slidenum">
              <a:rPr lang="en-US" smtClean="0"/>
              <a:t>9</a:t>
            </a:fld>
            <a:endParaRPr lang="en-US"/>
          </a:p>
        </p:txBody>
      </p:sp>
    </p:spTree>
    <p:extLst>
      <p:ext uri="{BB962C8B-B14F-4D97-AF65-F5344CB8AC3E}">
        <p14:creationId xmlns:p14="http://schemas.microsoft.com/office/powerpoint/2010/main" val="21090208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really emphasizes the importance of presenting to friends or colleagues beforehand.  You’ll be able to revise rough patches before you’re in a high-stakes situation, and identify potential problems with your content and organization.</a:t>
            </a:r>
          </a:p>
          <a:p>
            <a:r>
              <a:rPr lang="en-US" dirty="0"/>
              <a:t>DO time yourself for rehearsals.  Most presentations have time limits, and you may have to adjust your scope and level of detail to accommodate this.</a:t>
            </a:r>
          </a:p>
          <a:p>
            <a:r>
              <a:rPr lang="en-US" dirty="0"/>
              <a:t>DO ask your rehearsal partners for specific feedback.  You know what may need work.</a:t>
            </a:r>
          </a:p>
          <a:p>
            <a:r>
              <a:rPr lang="en-US" dirty="0"/>
              <a:t>DO take advantage of opportunities to present at your college or for student societies.  These are really great, low-stakes opportunities for practice, not just for that specific presentation, but for presenting in general</a:t>
            </a:r>
          </a:p>
        </p:txBody>
      </p:sp>
      <p:sp>
        <p:nvSpPr>
          <p:cNvPr id="4" name="Slide Number Placeholder 3"/>
          <p:cNvSpPr>
            <a:spLocks noGrp="1"/>
          </p:cNvSpPr>
          <p:nvPr>
            <p:ph type="sldNum" sz="quarter" idx="5"/>
          </p:nvPr>
        </p:nvSpPr>
        <p:spPr/>
        <p:txBody>
          <a:bodyPr/>
          <a:lstStyle/>
          <a:p>
            <a:fld id="{434DE6D7-9252-BC4E-B2E0-A6F3EF3A4A11}" type="slidenum">
              <a:rPr lang="en-US" smtClean="0"/>
              <a:t>10</a:t>
            </a:fld>
            <a:endParaRPr lang="en-US"/>
          </a:p>
        </p:txBody>
      </p:sp>
    </p:spTree>
    <p:extLst>
      <p:ext uri="{BB962C8B-B14F-4D97-AF65-F5344CB8AC3E}">
        <p14:creationId xmlns:p14="http://schemas.microsoft.com/office/powerpoint/2010/main" val="31438693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Memorable is a big one-  try to find a punchy quote or one-liner or a striking stat to open and close with.  </a:t>
            </a:r>
          </a:p>
        </p:txBody>
      </p:sp>
      <p:sp>
        <p:nvSpPr>
          <p:cNvPr id="4" name="Slide Number Placeholder 3"/>
          <p:cNvSpPr>
            <a:spLocks noGrp="1"/>
          </p:cNvSpPr>
          <p:nvPr>
            <p:ph type="sldNum" sz="quarter" idx="5"/>
          </p:nvPr>
        </p:nvSpPr>
        <p:spPr/>
        <p:txBody>
          <a:bodyPr/>
          <a:lstStyle/>
          <a:p>
            <a:fld id="{434DE6D7-9252-BC4E-B2E0-A6F3EF3A4A11}" type="slidenum">
              <a:rPr lang="en-US" smtClean="0"/>
              <a:t>11</a:t>
            </a:fld>
            <a:endParaRPr lang="en-US"/>
          </a:p>
        </p:txBody>
      </p:sp>
    </p:spTree>
    <p:extLst>
      <p:ext uri="{BB962C8B-B14F-4D97-AF65-F5344CB8AC3E}">
        <p14:creationId xmlns:p14="http://schemas.microsoft.com/office/powerpoint/2010/main" val="1958771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11/18/24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11/18/24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11/18/24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11/18/24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solidFill>
            <a:srgbClr val="FFFFCC"/>
          </a:solidFill>
        </p:spPr>
        <p:txBody>
          <a:bodyPr wrap="square" lIns="0" tIns="0" rIns="0" bIns="0" rtlCol="0"/>
          <a:lstStyle/>
          <a:p>
            <a:endParaRPr/>
          </a:p>
        </p:txBody>
      </p:sp>
      <p:sp>
        <p:nvSpPr>
          <p:cNvPr id="17" name="bk object 17"/>
          <p:cNvSpPr/>
          <p:nvPr/>
        </p:nvSpPr>
        <p:spPr>
          <a:xfrm>
            <a:off x="1882139" y="117347"/>
            <a:ext cx="8426196" cy="6047232"/>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11/18/24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solidFill>
            <a:srgbClr val="FFFFCC"/>
          </a:solidFill>
        </p:spPr>
        <p:txBody>
          <a:bodyPr wrap="square" lIns="0" tIns="0" rIns="0" bIns="0" rtlCol="0"/>
          <a:lstStyle/>
          <a:p>
            <a:endParaRPr/>
          </a:p>
        </p:txBody>
      </p:sp>
      <p:sp>
        <p:nvSpPr>
          <p:cNvPr id="2" name="Holder 2"/>
          <p:cNvSpPr>
            <a:spLocks noGrp="1"/>
          </p:cNvSpPr>
          <p:nvPr>
            <p:ph type="title"/>
          </p:nvPr>
        </p:nvSpPr>
        <p:spPr>
          <a:xfrm>
            <a:off x="2388234" y="234442"/>
            <a:ext cx="7415530" cy="635000"/>
          </a:xfrm>
          <a:prstGeom prst="rect">
            <a:avLst/>
          </a:prstGeom>
        </p:spPr>
        <p:txBody>
          <a:bodyPr wrap="square" lIns="0" tIns="0" rIns="0" bIns="0">
            <a:spAutoFit/>
          </a:bodyPr>
          <a:lstStyle>
            <a:lvl1pPr>
              <a:defRPr sz="4000" b="1" i="0">
                <a:solidFill>
                  <a:schemeClr val="tx1"/>
                </a:solidFill>
                <a:latin typeface="Arial"/>
                <a:cs typeface="Arial"/>
              </a:defRPr>
            </a:lvl1pPr>
          </a:lstStyle>
          <a:p>
            <a:endParaRPr/>
          </a:p>
        </p:txBody>
      </p:sp>
      <p:sp>
        <p:nvSpPr>
          <p:cNvPr id="3" name="Holder 3"/>
          <p:cNvSpPr>
            <a:spLocks noGrp="1"/>
          </p:cNvSpPr>
          <p:nvPr>
            <p:ph type="body" idx="1"/>
          </p:nvPr>
        </p:nvSpPr>
        <p:spPr>
          <a:xfrm>
            <a:off x="1895601" y="1536953"/>
            <a:ext cx="8400796" cy="435737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11/18/24</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49854" y="234442"/>
            <a:ext cx="5899150" cy="635000"/>
          </a:xfrm>
          <a:prstGeom prst="rect">
            <a:avLst/>
          </a:prstGeom>
        </p:spPr>
        <p:txBody>
          <a:bodyPr vert="horz" wrap="square" lIns="0" tIns="12065" rIns="0" bIns="0" rtlCol="0">
            <a:spAutoFit/>
          </a:bodyPr>
          <a:lstStyle/>
          <a:p>
            <a:pPr marL="12700">
              <a:lnSpc>
                <a:spcPct val="100000"/>
              </a:lnSpc>
              <a:spcBef>
                <a:spcPts val="95"/>
              </a:spcBef>
            </a:pPr>
            <a:r>
              <a:rPr spc="-5" dirty="0"/>
              <a:t>Academic</a:t>
            </a:r>
            <a:r>
              <a:rPr spc="10" dirty="0"/>
              <a:t> </a:t>
            </a:r>
            <a:r>
              <a:rPr spc="-5" dirty="0"/>
              <a:t>presentations</a:t>
            </a:r>
          </a:p>
        </p:txBody>
      </p:sp>
      <p:sp>
        <p:nvSpPr>
          <p:cNvPr id="3" name="object 3"/>
          <p:cNvSpPr/>
          <p:nvPr/>
        </p:nvSpPr>
        <p:spPr>
          <a:xfrm>
            <a:off x="2711195" y="1469136"/>
            <a:ext cx="6912864" cy="4642104"/>
          </a:xfrm>
          <a:prstGeom prst="rect">
            <a:avLst/>
          </a:prstGeom>
          <a:blipFill>
            <a:blip r:embed="rId2" cstate="print"/>
            <a:stretch>
              <a:fillRect/>
            </a:stretch>
          </a:blipFill>
        </p:spPr>
        <p:txBody>
          <a:bodyPr wrap="square" lIns="0" tIns="0" rIns="0" bIns="0" rtlCol="0"/>
          <a:lstStyle/>
          <a:p>
            <a:endParaRPr/>
          </a:p>
        </p:txBody>
      </p:sp>
      <p:sp>
        <p:nvSpPr>
          <p:cNvPr id="4" name="TextBox 3">
            <a:extLst>
              <a:ext uri="{FF2B5EF4-FFF2-40B4-BE49-F238E27FC236}">
                <a16:creationId xmlns:a16="http://schemas.microsoft.com/office/drawing/2014/main" id="{995AAD19-5AA2-A675-C88F-CF758B383BEA}"/>
              </a:ext>
            </a:extLst>
          </p:cNvPr>
          <p:cNvSpPr txBox="1"/>
          <p:nvPr/>
        </p:nvSpPr>
        <p:spPr>
          <a:xfrm>
            <a:off x="2819400" y="6248400"/>
            <a:ext cx="6705600" cy="369332"/>
          </a:xfrm>
          <a:prstGeom prst="rect">
            <a:avLst/>
          </a:prstGeom>
          <a:noFill/>
        </p:spPr>
        <p:txBody>
          <a:bodyPr wrap="square" rtlCol="0">
            <a:spAutoFit/>
          </a:bodyPr>
          <a:lstStyle/>
          <a:p>
            <a:pPr algn="ctr"/>
            <a:r>
              <a:rPr lang="en-US" dirty="0"/>
              <a:t>Malia Marks, PhD Student, Cambridge Department of Psychology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00705" y="234442"/>
            <a:ext cx="6990080" cy="635000"/>
          </a:xfrm>
          <a:prstGeom prst="rect">
            <a:avLst/>
          </a:prstGeom>
        </p:spPr>
        <p:txBody>
          <a:bodyPr vert="horz" wrap="square" lIns="0" tIns="12065" rIns="0" bIns="0" rtlCol="0">
            <a:spAutoFit/>
          </a:bodyPr>
          <a:lstStyle/>
          <a:p>
            <a:pPr marL="12700">
              <a:lnSpc>
                <a:spcPct val="100000"/>
              </a:lnSpc>
              <a:spcBef>
                <a:spcPts val="95"/>
              </a:spcBef>
            </a:pPr>
            <a:r>
              <a:rPr spc="-10" dirty="0"/>
              <a:t>Things </a:t>
            </a:r>
            <a:r>
              <a:rPr spc="-5" dirty="0"/>
              <a:t>to consider:</a:t>
            </a:r>
            <a:r>
              <a:rPr spc="5" dirty="0"/>
              <a:t> </a:t>
            </a:r>
            <a:r>
              <a:rPr spc="-5" dirty="0"/>
              <a:t>planning</a:t>
            </a:r>
          </a:p>
        </p:txBody>
      </p:sp>
      <p:sp>
        <p:nvSpPr>
          <p:cNvPr id="3" name="object 3"/>
          <p:cNvSpPr/>
          <p:nvPr/>
        </p:nvSpPr>
        <p:spPr>
          <a:xfrm>
            <a:off x="2455164" y="1517903"/>
            <a:ext cx="7277861" cy="5337810"/>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24733" y="234442"/>
            <a:ext cx="6542405" cy="635000"/>
          </a:xfrm>
          <a:prstGeom prst="rect">
            <a:avLst/>
          </a:prstGeom>
        </p:spPr>
        <p:txBody>
          <a:bodyPr vert="horz" wrap="square" lIns="0" tIns="12065" rIns="0" bIns="0" rtlCol="0">
            <a:spAutoFit/>
          </a:bodyPr>
          <a:lstStyle/>
          <a:p>
            <a:pPr marL="12700">
              <a:lnSpc>
                <a:spcPct val="100000"/>
              </a:lnSpc>
              <a:spcBef>
                <a:spcPts val="95"/>
              </a:spcBef>
            </a:pPr>
            <a:r>
              <a:rPr spc="-10" dirty="0"/>
              <a:t>Things </a:t>
            </a:r>
            <a:r>
              <a:rPr spc="-5" dirty="0"/>
              <a:t>to consider:</a:t>
            </a:r>
            <a:r>
              <a:rPr spc="25" dirty="0"/>
              <a:t> </a:t>
            </a:r>
            <a:r>
              <a:rPr spc="-5" dirty="0"/>
              <a:t>writing</a:t>
            </a:r>
          </a:p>
        </p:txBody>
      </p:sp>
      <p:sp>
        <p:nvSpPr>
          <p:cNvPr id="3" name="object 3"/>
          <p:cNvSpPr/>
          <p:nvPr/>
        </p:nvSpPr>
        <p:spPr>
          <a:xfrm>
            <a:off x="2567939" y="1449324"/>
            <a:ext cx="6984492" cy="4631436"/>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72303" y="234442"/>
            <a:ext cx="2281555" cy="635000"/>
          </a:xfrm>
          <a:prstGeom prst="rect">
            <a:avLst/>
          </a:prstGeom>
        </p:spPr>
        <p:txBody>
          <a:bodyPr vert="horz" wrap="square" lIns="0" tIns="12065" rIns="0" bIns="0" rtlCol="0">
            <a:spAutoFit/>
          </a:bodyPr>
          <a:lstStyle/>
          <a:p>
            <a:pPr marL="12700">
              <a:lnSpc>
                <a:spcPct val="100000"/>
              </a:lnSpc>
              <a:spcBef>
                <a:spcPts val="95"/>
              </a:spcBef>
            </a:pPr>
            <a:r>
              <a:rPr spc="-5" dirty="0"/>
              <a:t>Structure</a:t>
            </a:r>
          </a:p>
        </p:txBody>
      </p:sp>
      <p:sp>
        <p:nvSpPr>
          <p:cNvPr id="3" name="object 3"/>
          <p:cNvSpPr txBox="1"/>
          <p:nvPr/>
        </p:nvSpPr>
        <p:spPr>
          <a:xfrm>
            <a:off x="1895601" y="1536953"/>
            <a:ext cx="7406640" cy="4381328"/>
          </a:xfrm>
          <a:prstGeom prst="rect">
            <a:avLst/>
          </a:prstGeom>
        </p:spPr>
        <p:txBody>
          <a:bodyPr vert="horz" wrap="square" lIns="0" tIns="13335" rIns="0" bIns="0" rtlCol="0">
            <a:spAutoFit/>
          </a:bodyPr>
          <a:lstStyle/>
          <a:p>
            <a:pPr marL="281940" indent="-269875">
              <a:lnSpc>
                <a:spcPct val="100000"/>
              </a:lnSpc>
              <a:spcBef>
                <a:spcPts val="105"/>
              </a:spcBef>
              <a:buChar char="•"/>
              <a:tabLst>
                <a:tab pos="281940" algn="l"/>
                <a:tab pos="282575" algn="l"/>
              </a:tabLst>
            </a:pPr>
            <a:r>
              <a:rPr sz="2000" dirty="0">
                <a:latin typeface="Arial"/>
                <a:cs typeface="Arial"/>
              </a:rPr>
              <a:t>Introduction </a:t>
            </a:r>
            <a:endParaRPr lang="en-US" sz="2000" dirty="0">
              <a:latin typeface="Arial"/>
              <a:cs typeface="Arial"/>
            </a:endParaRPr>
          </a:p>
          <a:p>
            <a:pPr marL="12065">
              <a:lnSpc>
                <a:spcPct val="100000"/>
              </a:lnSpc>
              <a:spcBef>
                <a:spcPts val="105"/>
              </a:spcBef>
              <a:tabLst>
                <a:tab pos="281940" algn="l"/>
                <a:tab pos="282575" algn="l"/>
              </a:tabLst>
            </a:pPr>
            <a:r>
              <a:rPr lang="en-US" sz="2000" dirty="0">
                <a:latin typeface="Arial"/>
                <a:cs typeface="Arial"/>
              </a:rPr>
              <a:t>	</a:t>
            </a:r>
            <a:r>
              <a:rPr sz="2000" dirty="0">
                <a:latin typeface="Arial"/>
                <a:cs typeface="Arial"/>
              </a:rPr>
              <a:t>- </a:t>
            </a:r>
            <a:r>
              <a:rPr sz="1600" i="1" spc="-5" dirty="0">
                <a:latin typeface="Arial"/>
                <a:cs typeface="Arial"/>
              </a:rPr>
              <a:t>Welcome and</a:t>
            </a:r>
            <a:r>
              <a:rPr sz="1600" i="1" spc="-35" dirty="0">
                <a:latin typeface="Arial"/>
                <a:cs typeface="Arial"/>
              </a:rPr>
              <a:t> </a:t>
            </a:r>
            <a:r>
              <a:rPr sz="1600" i="1" spc="-5" dirty="0">
                <a:latin typeface="Arial"/>
                <a:cs typeface="Arial"/>
              </a:rPr>
              <a:t>introduction</a:t>
            </a:r>
            <a:endParaRPr sz="1600" dirty="0">
              <a:latin typeface="Arial"/>
              <a:cs typeface="Arial"/>
            </a:endParaRPr>
          </a:p>
          <a:p>
            <a:pPr marL="407034" indent="-125730">
              <a:lnSpc>
                <a:spcPct val="100000"/>
              </a:lnSpc>
              <a:spcBef>
                <a:spcPts val="15"/>
              </a:spcBef>
              <a:buChar char="-"/>
              <a:tabLst>
                <a:tab pos="407670" algn="l"/>
              </a:tabLst>
            </a:pPr>
            <a:r>
              <a:rPr sz="1600" i="1" spc="-5" dirty="0">
                <a:latin typeface="Arial"/>
                <a:cs typeface="Arial"/>
              </a:rPr>
              <a:t>Say who you are</a:t>
            </a:r>
            <a:r>
              <a:rPr lang="en-US" sz="1600" i="1" spc="-5" dirty="0">
                <a:latin typeface="Arial"/>
                <a:cs typeface="Arial"/>
              </a:rPr>
              <a:t>, </a:t>
            </a:r>
            <a:r>
              <a:rPr sz="1600" i="1" spc="-5" dirty="0">
                <a:latin typeface="Arial"/>
                <a:cs typeface="Arial"/>
              </a:rPr>
              <a:t>why you are</a:t>
            </a:r>
            <a:r>
              <a:rPr sz="1600" i="1" spc="45" dirty="0">
                <a:latin typeface="Arial"/>
                <a:cs typeface="Arial"/>
              </a:rPr>
              <a:t> </a:t>
            </a:r>
            <a:r>
              <a:rPr sz="1600" i="1" spc="-5" dirty="0">
                <a:latin typeface="Arial"/>
                <a:cs typeface="Arial"/>
              </a:rPr>
              <a:t>there</a:t>
            </a:r>
            <a:endParaRPr sz="1600" dirty="0">
              <a:latin typeface="Arial"/>
              <a:cs typeface="Arial"/>
            </a:endParaRPr>
          </a:p>
          <a:p>
            <a:pPr marL="407034" indent="-125730">
              <a:lnSpc>
                <a:spcPct val="100000"/>
              </a:lnSpc>
              <a:buChar char="-"/>
              <a:tabLst>
                <a:tab pos="407670" algn="l"/>
              </a:tabLst>
            </a:pPr>
            <a:r>
              <a:rPr sz="1600" i="1" spc="-10" dirty="0">
                <a:latin typeface="Arial"/>
                <a:cs typeface="Arial"/>
              </a:rPr>
              <a:t>Mention </a:t>
            </a:r>
            <a:r>
              <a:rPr sz="1600" i="1" spc="-5" dirty="0">
                <a:latin typeface="Arial"/>
                <a:cs typeface="Arial"/>
              </a:rPr>
              <a:t>anything else </a:t>
            </a:r>
            <a:r>
              <a:rPr sz="1600" i="1" spc="-10" dirty="0">
                <a:latin typeface="Arial"/>
                <a:cs typeface="Arial"/>
              </a:rPr>
              <a:t>that’s </a:t>
            </a:r>
            <a:r>
              <a:rPr sz="1600" i="1" spc="-5" dirty="0">
                <a:latin typeface="Arial"/>
                <a:cs typeface="Arial"/>
              </a:rPr>
              <a:t>significant, i.e., when you will be taking</a:t>
            </a:r>
            <a:r>
              <a:rPr sz="1600" i="1" spc="135" dirty="0">
                <a:latin typeface="Arial"/>
                <a:cs typeface="Arial"/>
              </a:rPr>
              <a:t> </a:t>
            </a:r>
            <a:r>
              <a:rPr sz="1600" i="1" spc="-10" dirty="0">
                <a:latin typeface="Arial"/>
                <a:cs typeface="Arial"/>
              </a:rPr>
              <a:t>questions</a:t>
            </a:r>
            <a:endParaRPr sz="1600" dirty="0">
              <a:latin typeface="Arial"/>
              <a:cs typeface="Arial"/>
            </a:endParaRPr>
          </a:p>
          <a:p>
            <a:pPr marL="281940" indent="-269875">
              <a:lnSpc>
                <a:spcPct val="100000"/>
              </a:lnSpc>
              <a:spcBef>
                <a:spcPts val="1425"/>
              </a:spcBef>
              <a:buChar char="•"/>
              <a:tabLst>
                <a:tab pos="281940" algn="l"/>
                <a:tab pos="282575" algn="l"/>
              </a:tabLst>
            </a:pPr>
            <a:r>
              <a:rPr sz="2000" dirty="0">
                <a:latin typeface="Arial"/>
                <a:cs typeface="Arial"/>
              </a:rPr>
              <a:t>Say </a:t>
            </a:r>
            <a:r>
              <a:rPr sz="2000" spc="-5" dirty="0">
                <a:latin typeface="Arial"/>
                <a:cs typeface="Arial"/>
              </a:rPr>
              <a:t>what </a:t>
            </a:r>
            <a:r>
              <a:rPr sz="2000" dirty="0">
                <a:latin typeface="Arial"/>
                <a:cs typeface="Arial"/>
              </a:rPr>
              <a:t>you’re </a:t>
            </a:r>
            <a:r>
              <a:rPr sz="2000" spc="-5" dirty="0">
                <a:latin typeface="Arial"/>
                <a:cs typeface="Arial"/>
              </a:rPr>
              <a:t>going </a:t>
            </a:r>
            <a:r>
              <a:rPr sz="2000" dirty="0">
                <a:latin typeface="Arial"/>
                <a:cs typeface="Arial"/>
              </a:rPr>
              <a:t>to</a:t>
            </a:r>
            <a:r>
              <a:rPr sz="2000" spc="-65" dirty="0">
                <a:latin typeface="Arial"/>
                <a:cs typeface="Arial"/>
              </a:rPr>
              <a:t> </a:t>
            </a:r>
            <a:r>
              <a:rPr sz="2000" dirty="0">
                <a:latin typeface="Arial"/>
                <a:cs typeface="Arial"/>
              </a:rPr>
              <a:t>say</a:t>
            </a:r>
          </a:p>
          <a:p>
            <a:pPr marL="407034" lvl="1" indent="-125730">
              <a:lnSpc>
                <a:spcPct val="100000"/>
              </a:lnSpc>
              <a:spcBef>
                <a:spcPts val="15"/>
              </a:spcBef>
              <a:buChar char="-"/>
              <a:tabLst>
                <a:tab pos="407670" algn="l"/>
              </a:tabLst>
            </a:pPr>
            <a:r>
              <a:rPr sz="1600" i="1" spc="-5" dirty="0">
                <a:latin typeface="Arial"/>
                <a:cs typeface="Arial"/>
              </a:rPr>
              <a:t>Set the scene, provide</a:t>
            </a:r>
            <a:r>
              <a:rPr sz="1600" i="1" spc="20" dirty="0">
                <a:latin typeface="Arial"/>
                <a:cs typeface="Arial"/>
              </a:rPr>
              <a:t> </a:t>
            </a:r>
            <a:r>
              <a:rPr sz="1600" i="1" spc="-5" dirty="0">
                <a:latin typeface="Arial"/>
                <a:cs typeface="Arial"/>
              </a:rPr>
              <a:t>background</a:t>
            </a:r>
            <a:endParaRPr sz="1600" dirty="0">
              <a:latin typeface="Arial"/>
              <a:cs typeface="Arial"/>
            </a:endParaRPr>
          </a:p>
          <a:p>
            <a:pPr marL="407034" lvl="1" indent="-125730">
              <a:lnSpc>
                <a:spcPct val="100000"/>
              </a:lnSpc>
              <a:buChar char="-"/>
              <a:tabLst>
                <a:tab pos="407670" algn="l"/>
              </a:tabLst>
            </a:pPr>
            <a:r>
              <a:rPr sz="1600" i="1" spc="-5" dirty="0">
                <a:latin typeface="Arial"/>
                <a:cs typeface="Arial"/>
              </a:rPr>
              <a:t>Give the</a:t>
            </a:r>
            <a:r>
              <a:rPr sz="1600" i="1" spc="20" dirty="0">
                <a:latin typeface="Arial"/>
                <a:cs typeface="Arial"/>
              </a:rPr>
              <a:t> </a:t>
            </a:r>
            <a:r>
              <a:rPr sz="1600" i="1" spc="-5" dirty="0">
                <a:latin typeface="Arial"/>
                <a:cs typeface="Arial"/>
              </a:rPr>
              <a:t>outline</a:t>
            </a:r>
            <a:endParaRPr sz="1600" dirty="0">
              <a:latin typeface="Arial"/>
              <a:cs typeface="Arial"/>
            </a:endParaRPr>
          </a:p>
          <a:p>
            <a:pPr marL="281940" indent="-269875">
              <a:lnSpc>
                <a:spcPct val="100000"/>
              </a:lnSpc>
              <a:spcBef>
                <a:spcPts val="1425"/>
              </a:spcBef>
              <a:buChar char="•"/>
              <a:tabLst>
                <a:tab pos="281940" algn="l"/>
                <a:tab pos="282575" algn="l"/>
              </a:tabLst>
            </a:pPr>
            <a:r>
              <a:rPr sz="2000" dirty="0">
                <a:latin typeface="Arial"/>
                <a:cs typeface="Arial"/>
              </a:rPr>
              <a:t>Say</a:t>
            </a:r>
            <a:r>
              <a:rPr sz="2000" spc="-15" dirty="0">
                <a:latin typeface="Arial"/>
                <a:cs typeface="Arial"/>
              </a:rPr>
              <a:t> </a:t>
            </a:r>
            <a:r>
              <a:rPr sz="2000" dirty="0">
                <a:latin typeface="Arial"/>
                <a:cs typeface="Arial"/>
              </a:rPr>
              <a:t>it</a:t>
            </a:r>
          </a:p>
          <a:p>
            <a:pPr marL="407034" lvl="1" indent="-125730">
              <a:lnSpc>
                <a:spcPct val="100000"/>
              </a:lnSpc>
              <a:spcBef>
                <a:spcPts val="20"/>
              </a:spcBef>
              <a:buChar char="-"/>
              <a:tabLst>
                <a:tab pos="407670" algn="l"/>
              </a:tabLst>
            </a:pPr>
            <a:r>
              <a:rPr sz="1600" i="1" spc="-10" dirty="0">
                <a:latin typeface="Arial"/>
                <a:cs typeface="Arial"/>
              </a:rPr>
              <a:t>Get </a:t>
            </a:r>
            <a:r>
              <a:rPr sz="1600" i="1" spc="-5" dirty="0">
                <a:latin typeface="Arial"/>
                <a:cs typeface="Arial"/>
              </a:rPr>
              <a:t>into more detail, give outline and analysis of the</a:t>
            </a:r>
            <a:r>
              <a:rPr sz="1600" i="1" spc="70" dirty="0">
                <a:latin typeface="Arial"/>
                <a:cs typeface="Arial"/>
              </a:rPr>
              <a:t> </a:t>
            </a:r>
            <a:r>
              <a:rPr sz="1600" i="1" spc="-5" dirty="0">
                <a:latin typeface="Arial"/>
                <a:cs typeface="Arial"/>
              </a:rPr>
              <a:t>topic</a:t>
            </a:r>
            <a:endParaRPr sz="1600" dirty="0">
              <a:latin typeface="Arial"/>
              <a:cs typeface="Arial"/>
            </a:endParaRPr>
          </a:p>
          <a:p>
            <a:pPr marL="407034" lvl="1" indent="-125730">
              <a:lnSpc>
                <a:spcPct val="100000"/>
              </a:lnSpc>
              <a:buChar char="-"/>
              <a:tabLst>
                <a:tab pos="407670" algn="l"/>
              </a:tabLst>
            </a:pPr>
            <a:r>
              <a:rPr sz="1600" i="1" spc="-5" dirty="0">
                <a:latin typeface="Arial"/>
                <a:cs typeface="Arial"/>
              </a:rPr>
              <a:t>Investigation</a:t>
            </a:r>
            <a:endParaRPr sz="1600" dirty="0">
              <a:latin typeface="Arial"/>
              <a:cs typeface="Arial"/>
            </a:endParaRPr>
          </a:p>
          <a:p>
            <a:pPr marL="407034" lvl="1" indent="-125730">
              <a:lnSpc>
                <a:spcPct val="100000"/>
              </a:lnSpc>
              <a:buChar char="-"/>
              <a:tabLst>
                <a:tab pos="407670" algn="l"/>
              </a:tabLst>
            </a:pPr>
            <a:r>
              <a:rPr sz="1600" i="1" spc="-5" dirty="0">
                <a:latin typeface="Arial"/>
                <a:cs typeface="Arial"/>
              </a:rPr>
              <a:t>Issues</a:t>
            </a:r>
            <a:endParaRPr sz="1600" dirty="0">
              <a:latin typeface="Arial"/>
              <a:cs typeface="Arial"/>
            </a:endParaRPr>
          </a:p>
          <a:p>
            <a:pPr marL="281940" indent="-269875">
              <a:lnSpc>
                <a:spcPct val="100000"/>
              </a:lnSpc>
              <a:spcBef>
                <a:spcPts val="1420"/>
              </a:spcBef>
              <a:buChar char="•"/>
              <a:tabLst>
                <a:tab pos="281940" algn="l"/>
                <a:tab pos="282575" algn="l"/>
              </a:tabLst>
            </a:pPr>
            <a:r>
              <a:rPr sz="2000" dirty="0">
                <a:latin typeface="Arial"/>
                <a:cs typeface="Arial"/>
              </a:rPr>
              <a:t>Say what </a:t>
            </a:r>
            <a:r>
              <a:rPr sz="2000" spc="-5" dirty="0">
                <a:latin typeface="Arial"/>
                <a:cs typeface="Arial"/>
              </a:rPr>
              <a:t>you</a:t>
            </a:r>
            <a:r>
              <a:rPr sz="2000" spc="-35" dirty="0">
                <a:latin typeface="Arial"/>
                <a:cs typeface="Arial"/>
              </a:rPr>
              <a:t> </a:t>
            </a:r>
            <a:r>
              <a:rPr sz="2000" dirty="0">
                <a:latin typeface="Arial"/>
                <a:cs typeface="Arial"/>
              </a:rPr>
              <a:t>said</a:t>
            </a:r>
          </a:p>
          <a:p>
            <a:pPr marL="281940">
              <a:lnSpc>
                <a:spcPct val="100000"/>
              </a:lnSpc>
              <a:spcBef>
                <a:spcPts val="5"/>
              </a:spcBef>
            </a:pPr>
            <a:r>
              <a:rPr sz="2000" dirty="0">
                <a:latin typeface="Arial"/>
                <a:cs typeface="Arial"/>
              </a:rPr>
              <a:t>- </a:t>
            </a:r>
            <a:r>
              <a:rPr sz="1600" i="1" spc="-5" dirty="0">
                <a:latin typeface="Arial"/>
                <a:cs typeface="Arial"/>
              </a:rPr>
              <a:t>Provide</a:t>
            </a:r>
            <a:r>
              <a:rPr sz="1600" i="1" spc="-25" dirty="0">
                <a:latin typeface="Arial"/>
                <a:cs typeface="Arial"/>
              </a:rPr>
              <a:t> </a:t>
            </a:r>
            <a:r>
              <a:rPr sz="1600" i="1" spc="-5" dirty="0">
                <a:latin typeface="Arial"/>
                <a:cs typeface="Arial"/>
              </a:rPr>
              <a:t>conclusions</a:t>
            </a:r>
            <a:endParaRPr sz="1600" dirty="0">
              <a:latin typeface="Arial"/>
              <a:cs typeface="Arial"/>
            </a:endParaRPr>
          </a:p>
          <a:p>
            <a:pPr marL="281940">
              <a:lnSpc>
                <a:spcPct val="100000"/>
              </a:lnSpc>
              <a:spcBef>
                <a:spcPts val="15"/>
              </a:spcBef>
            </a:pPr>
            <a:r>
              <a:rPr sz="1600" i="1" spc="-5" dirty="0">
                <a:latin typeface="Arial"/>
                <a:cs typeface="Arial"/>
              </a:rPr>
              <a:t>- Repeat key messages and provide a</a:t>
            </a:r>
            <a:r>
              <a:rPr sz="1600" i="1" spc="45" dirty="0">
                <a:latin typeface="Arial"/>
                <a:cs typeface="Arial"/>
              </a:rPr>
              <a:t> </a:t>
            </a:r>
            <a:r>
              <a:rPr sz="1600" i="1" spc="-5" dirty="0">
                <a:latin typeface="Arial"/>
                <a:cs typeface="Arial"/>
              </a:rPr>
              <a:t>resolution</a:t>
            </a:r>
            <a:endParaRPr sz="1600" dirty="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57420" y="234442"/>
            <a:ext cx="2677160" cy="635000"/>
          </a:xfrm>
          <a:prstGeom prst="rect">
            <a:avLst/>
          </a:prstGeom>
        </p:spPr>
        <p:txBody>
          <a:bodyPr vert="horz" wrap="square" lIns="0" tIns="12065" rIns="0" bIns="0" rtlCol="0">
            <a:spAutoFit/>
          </a:bodyPr>
          <a:lstStyle/>
          <a:p>
            <a:pPr marL="12700">
              <a:lnSpc>
                <a:spcPct val="100000"/>
              </a:lnSpc>
              <a:spcBef>
                <a:spcPts val="95"/>
              </a:spcBef>
            </a:pPr>
            <a:r>
              <a:rPr spc="-5" dirty="0"/>
              <a:t>Visual</a:t>
            </a:r>
            <a:r>
              <a:rPr spc="-70" dirty="0"/>
              <a:t> </a:t>
            </a:r>
            <a:r>
              <a:rPr spc="-5" dirty="0"/>
              <a:t>aids</a:t>
            </a:r>
          </a:p>
        </p:txBody>
      </p:sp>
      <p:sp>
        <p:nvSpPr>
          <p:cNvPr id="3" name="object 3"/>
          <p:cNvSpPr/>
          <p:nvPr/>
        </p:nvSpPr>
        <p:spPr>
          <a:xfrm>
            <a:off x="3144011" y="1412747"/>
            <a:ext cx="6192012" cy="4783836"/>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53FC8-6E61-DE45-DBA1-AC505D78F7C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FA2C337-170E-B5EE-0246-4823CA0CA8F4}"/>
              </a:ext>
            </a:extLst>
          </p:cNvPr>
          <p:cNvSpPr txBox="1">
            <a:spLocks noGrp="1"/>
          </p:cNvSpPr>
          <p:nvPr>
            <p:ph type="title"/>
          </p:nvPr>
        </p:nvSpPr>
        <p:spPr>
          <a:xfrm>
            <a:off x="4757420" y="234442"/>
            <a:ext cx="2677160" cy="635000"/>
          </a:xfrm>
          <a:prstGeom prst="rect">
            <a:avLst/>
          </a:prstGeom>
        </p:spPr>
        <p:txBody>
          <a:bodyPr vert="horz" wrap="square" lIns="0" tIns="12065" rIns="0" bIns="0" rtlCol="0">
            <a:spAutoFit/>
          </a:bodyPr>
          <a:lstStyle/>
          <a:p>
            <a:pPr marL="12700">
              <a:lnSpc>
                <a:spcPct val="100000"/>
              </a:lnSpc>
              <a:spcBef>
                <a:spcPts val="95"/>
              </a:spcBef>
            </a:pPr>
            <a:r>
              <a:rPr spc="-5" dirty="0"/>
              <a:t>Visual</a:t>
            </a:r>
            <a:r>
              <a:rPr spc="-70" dirty="0"/>
              <a:t> </a:t>
            </a:r>
            <a:r>
              <a:rPr spc="-5" dirty="0"/>
              <a:t>aids</a:t>
            </a:r>
          </a:p>
        </p:txBody>
      </p:sp>
      <p:pic>
        <p:nvPicPr>
          <p:cNvPr id="5" name="Picture 4" descr="A screenshot of a social media app&#10;&#10;Description automatically generated">
            <a:extLst>
              <a:ext uri="{FF2B5EF4-FFF2-40B4-BE49-F238E27FC236}">
                <a16:creationId xmlns:a16="http://schemas.microsoft.com/office/drawing/2014/main" id="{6EBB4386-4136-0B94-D42A-EC109B7593AA}"/>
              </a:ext>
            </a:extLst>
          </p:cNvPr>
          <p:cNvPicPr>
            <a:picLocks noChangeAspect="1"/>
          </p:cNvPicPr>
          <p:nvPr/>
        </p:nvPicPr>
        <p:blipFill>
          <a:blip r:embed="rId3">
            <a:extLst>
              <a:ext uri="{28A0092B-C50C-407E-A947-70E740481C1C}">
                <a14:useLocalDpi xmlns:a14="http://schemas.microsoft.com/office/drawing/2010/main" val="0"/>
              </a:ext>
            </a:extLst>
          </a:blip>
          <a:srcRect t="11323" b="30244"/>
          <a:stretch/>
        </p:blipFill>
        <p:spPr>
          <a:xfrm>
            <a:off x="6096000" y="848132"/>
            <a:ext cx="4647868" cy="5877901"/>
          </a:xfrm>
          <a:prstGeom prst="rect">
            <a:avLst/>
          </a:prstGeom>
        </p:spPr>
      </p:pic>
      <p:pic>
        <p:nvPicPr>
          <p:cNvPr id="7" name="Picture 6" descr="A screenshot of a social media app&#10;&#10;Description automatically generated">
            <a:extLst>
              <a:ext uri="{FF2B5EF4-FFF2-40B4-BE49-F238E27FC236}">
                <a16:creationId xmlns:a16="http://schemas.microsoft.com/office/drawing/2014/main" id="{7553D61E-64C1-A2BB-49B5-5DEA973351C7}"/>
              </a:ext>
            </a:extLst>
          </p:cNvPr>
          <p:cNvPicPr>
            <a:picLocks noChangeAspect="1"/>
          </p:cNvPicPr>
          <p:nvPr/>
        </p:nvPicPr>
        <p:blipFill>
          <a:blip r:embed="rId4">
            <a:extLst>
              <a:ext uri="{28A0092B-C50C-407E-A947-70E740481C1C}">
                <a14:useLocalDpi xmlns:a14="http://schemas.microsoft.com/office/drawing/2010/main" val="0"/>
              </a:ext>
            </a:extLst>
          </a:blip>
          <a:srcRect t="12577" b="28990"/>
          <a:stretch/>
        </p:blipFill>
        <p:spPr>
          <a:xfrm>
            <a:off x="1230989" y="848132"/>
            <a:ext cx="4653765" cy="5885357"/>
          </a:xfrm>
          <a:prstGeom prst="rect">
            <a:avLst/>
          </a:prstGeom>
        </p:spPr>
      </p:pic>
    </p:spTree>
    <p:extLst>
      <p:ext uri="{BB962C8B-B14F-4D97-AF65-F5344CB8AC3E}">
        <p14:creationId xmlns:p14="http://schemas.microsoft.com/office/powerpoint/2010/main" val="3575293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05D24-E880-0332-66A1-812B9DE8A7D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87D2C3E-BAE6-6C6A-F243-61AF66D282F7}"/>
              </a:ext>
            </a:extLst>
          </p:cNvPr>
          <p:cNvSpPr txBox="1">
            <a:spLocks noGrp="1"/>
          </p:cNvSpPr>
          <p:nvPr>
            <p:ph type="title"/>
          </p:nvPr>
        </p:nvSpPr>
        <p:spPr>
          <a:xfrm>
            <a:off x="4757420" y="234442"/>
            <a:ext cx="2677160" cy="635000"/>
          </a:xfrm>
          <a:prstGeom prst="rect">
            <a:avLst/>
          </a:prstGeom>
        </p:spPr>
        <p:txBody>
          <a:bodyPr vert="horz" wrap="square" lIns="0" tIns="12065" rIns="0" bIns="0" rtlCol="0">
            <a:spAutoFit/>
          </a:bodyPr>
          <a:lstStyle/>
          <a:p>
            <a:pPr marL="12700">
              <a:lnSpc>
                <a:spcPct val="100000"/>
              </a:lnSpc>
              <a:spcBef>
                <a:spcPts val="95"/>
              </a:spcBef>
            </a:pPr>
            <a:r>
              <a:rPr spc="-5" dirty="0"/>
              <a:t>Visual</a:t>
            </a:r>
            <a:r>
              <a:rPr spc="-70" dirty="0"/>
              <a:t> </a:t>
            </a:r>
            <a:r>
              <a:rPr spc="-5" dirty="0"/>
              <a:t>aids</a:t>
            </a:r>
          </a:p>
        </p:txBody>
      </p:sp>
      <p:pic>
        <p:nvPicPr>
          <p:cNvPr id="4" name="Picture 3" descr="A black rectangular object with white text&#10;&#10;Description automatically generated">
            <a:extLst>
              <a:ext uri="{FF2B5EF4-FFF2-40B4-BE49-F238E27FC236}">
                <a16:creationId xmlns:a16="http://schemas.microsoft.com/office/drawing/2014/main" id="{EA2F9DBF-D337-5639-2790-79B7680113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4200" y="1157040"/>
            <a:ext cx="5567596" cy="5438809"/>
          </a:xfrm>
          <a:prstGeom prst="rect">
            <a:avLst/>
          </a:prstGeom>
        </p:spPr>
      </p:pic>
    </p:spTree>
    <p:extLst>
      <p:ext uri="{BB962C8B-B14F-4D97-AF65-F5344CB8AC3E}">
        <p14:creationId xmlns:p14="http://schemas.microsoft.com/office/powerpoint/2010/main" val="111602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spc="-10" dirty="0"/>
              <a:t>Things </a:t>
            </a:r>
            <a:r>
              <a:rPr spc="-5" dirty="0"/>
              <a:t>to consider: on the</a:t>
            </a:r>
            <a:r>
              <a:rPr spc="15" dirty="0"/>
              <a:t> </a:t>
            </a:r>
            <a:r>
              <a:rPr spc="-5" dirty="0"/>
              <a:t>day</a:t>
            </a:r>
          </a:p>
        </p:txBody>
      </p:sp>
      <p:sp>
        <p:nvSpPr>
          <p:cNvPr id="3" name="object 3"/>
          <p:cNvSpPr/>
          <p:nvPr/>
        </p:nvSpPr>
        <p:spPr>
          <a:xfrm>
            <a:off x="2206751" y="1700783"/>
            <a:ext cx="7776972" cy="4183379"/>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95521" y="376808"/>
            <a:ext cx="4598670" cy="422275"/>
          </a:xfrm>
          <a:prstGeom prst="rect">
            <a:avLst/>
          </a:prstGeom>
        </p:spPr>
        <p:txBody>
          <a:bodyPr vert="horz" wrap="square" lIns="0" tIns="13335" rIns="0" bIns="0" rtlCol="0">
            <a:spAutoFit/>
          </a:bodyPr>
          <a:lstStyle/>
          <a:p>
            <a:pPr marL="12700">
              <a:lnSpc>
                <a:spcPct val="100000"/>
              </a:lnSpc>
              <a:spcBef>
                <a:spcPts val="105"/>
              </a:spcBef>
            </a:pPr>
            <a:r>
              <a:rPr sz="2600" dirty="0"/>
              <a:t>Continuous learning</a:t>
            </a:r>
            <a:r>
              <a:rPr sz="2600" spc="-75" dirty="0"/>
              <a:t> </a:t>
            </a:r>
            <a:r>
              <a:rPr sz="2600" dirty="0"/>
              <a:t>process</a:t>
            </a:r>
            <a:endParaRPr sz="2600"/>
          </a:p>
        </p:txBody>
      </p:sp>
      <p:sp>
        <p:nvSpPr>
          <p:cNvPr id="3" name="object 3"/>
          <p:cNvSpPr/>
          <p:nvPr/>
        </p:nvSpPr>
        <p:spPr>
          <a:xfrm>
            <a:off x="5267705" y="1364741"/>
            <a:ext cx="1658620" cy="1379220"/>
          </a:xfrm>
          <a:custGeom>
            <a:avLst/>
            <a:gdLst/>
            <a:ahLst/>
            <a:cxnLst/>
            <a:rect l="l" t="t" r="r" b="b"/>
            <a:pathLst>
              <a:path w="1658620" h="1379220">
                <a:moveTo>
                  <a:pt x="829056" y="0"/>
                </a:moveTo>
                <a:lnTo>
                  <a:pt x="776629" y="1356"/>
                </a:lnTo>
                <a:lnTo>
                  <a:pt x="725068" y="5372"/>
                </a:lnTo>
                <a:lnTo>
                  <a:pt x="674471" y="11967"/>
                </a:lnTo>
                <a:lnTo>
                  <a:pt x="624933" y="21060"/>
                </a:lnTo>
                <a:lnTo>
                  <a:pt x="576554" y="32570"/>
                </a:lnTo>
                <a:lnTo>
                  <a:pt x="529428" y="46417"/>
                </a:lnTo>
                <a:lnTo>
                  <a:pt x="483655" y="62519"/>
                </a:lnTo>
                <a:lnTo>
                  <a:pt x="439330" y="80796"/>
                </a:lnTo>
                <a:lnTo>
                  <a:pt x="396551" y="101167"/>
                </a:lnTo>
                <a:lnTo>
                  <a:pt x="355415" y="123551"/>
                </a:lnTo>
                <a:lnTo>
                  <a:pt x="316020" y="147868"/>
                </a:lnTo>
                <a:lnTo>
                  <a:pt x="278462" y="174037"/>
                </a:lnTo>
                <a:lnTo>
                  <a:pt x="242839" y="201977"/>
                </a:lnTo>
                <a:lnTo>
                  <a:pt x="209248" y="231607"/>
                </a:lnTo>
                <a:lnTo>
                  <a:pt x="177786" y="262847"/>
                </a:lnTo>
                <a:lnTo>
                  <a:pt x="148550" y="295615"/>
                </a:lnTo>
                <a:lnTo>
                  <a:pt x="121637" y="329832"/>
                </a:lnTo>
                <a:lnTo>
                  <a:pt x="97144" y="365415"/>
                </a:lnTo>
                <a:lnTo>
                  <a:pt x="75169" y="402285"/>
                </a:lnTo>
                <a:lnTo>
                  <a:pt x="55809" y="440361"/>
                </a:lnTo>
                <a:lnTo>
                  <a:pt x="39161" y="479561"/>
                </a:lnTo>
                <a:lnTo>
                  <a:pt x="25322" y="519806"/>
                </a:lnTo>
                <a:lnTo>
                  <a:pt x="14389" y="561013"/>
                </a:lnTo>
                <a:lnTo>
                  <a:pt x="6460" y="603104"/>
                </a:lnTo>
                <a:lnTo>
                  <a:pt x="1631" y="645996"/>
                </a:lnTo>
                <a:lnTo>
                  <a:pt x="0" y="689610"/>
                </a:lnTo>
                <a:lnTo>
                  <a:pt x="1631" y="733223"/>
                </a:lnTo>
                <a:lnTo>
                  <a:pt x="6460" y="776115"/>
                </a:lnTo>
                <a:lnTo>
                  <a:pt x="14389" y="818206"/>
                </a:lnTo>
                <a:lnTo>
                  <a:pt x="25322" y="859413"/>
                </a:lnTo>
                <a:lnTo>
                  <a:pt x="39161" y="899658"/>
                </a:lnTo>
                <a:lnTo>
                  <a:pt x="55809" y="938858"/>
                </a:lnTo>
                <a:lnTo>
                  <a:pt x="75169" y="976934"/>
                </a:lnTo>
                <a:lnTo>
                  <a:pt x="97144" y="1013804"/>
                </a:lnTo>
                <a:lnTo>
                  <a:pt x="121637" y="1049387"/>
                </a:lnTo>
                <a:lnTo>
                  <a:pt x="148550" y="1083604"/>
                </a:lnTo>
                <a:lnTo>
                  <a:pt x="177786" y="1116372"/>
                </a:lnTo>
                <a:lnTo>
                  <a:pt x="209248" y="1147612"/>
                </a:lnTo>
                <a:lnTo>
                  <a:pt x="242839" y="1177242"/>
                </a:lnTo>
                <a:lnTo>
                  <a:pt x="278462" y="1205182"/>
                </a:lnTo>
                <a:lnTo>
                  <a:pt x="316020" y="1231351"/>
                </a:lnTo>
                <a:lnTo>
                  <a:pt x="355415" y="1255668"/>
                </a:lnTo>
                <a:lnTo>
                  <a:pt x="396551" y="1278052"/>
                </a:lnTo>
                <a:lnTo>
                  <a:pt x="439330" y="1298423"/>
                </a:lnTo>
                <a:lnTo>
                  <a:pt x="483655" y="1316700"/>
                </a:lnTo>
                <a:lnTo>
                  <a:pt x="529428" y="1332802"/>
                </a:lnTo>
                <a:lnTo>
                  <a:pt x="576554" y="1346649"/>
                </a:lnTo>
                <a:lnTo>
                  <a:pt x="624933" y="1358159"/>
                </a:lnTo>
                <a:lnTo>
                  <a:pt x="674471" y="1367252"/>
                </a:lnTo>
                <a:lnTo>
                  <a:pt x="725068" y="1373847"/>
                </a:lnTo>
                <a:lnTo>
                  <a:pt x="776629" y="1377863"/>
                </a:lnTo>
                <a:lnTo>
                  <a:pt x="829056" y="1379220"/>
                </a:lnTo>
                <a:lnTo>
                  <a:pt x="881482" y="1377863"/>
                </a:lnTo>
                <a:lnTo>
                  <a:pt x="933043" y="1373847"/>
                </a:lnTo>
                <a:lnTo>
                  <a:pt x="983640" y="1367252"/>
                </a:lnTo>
                <a:lnTo>
                  <a:pt x="1033178" y="1358159"/>
                </a:lnTo>
                <a:lnTo>
                  <a:pt x="1081557" y="1346649"/>
                </a:lnTo>
                <a:lnTo>
                  <a:pt x="1128683" y="1332802"/>
                </a:lnTo>
                <a:lnTo>
                  <a:pt x="1174456" y="1316700"/>
                </a:lnTo>
                <a:lnTo>
                  <a:pt x="1218781" y="1298423"/>
                </a:lnTo>
                <a:lnTo>
                  <a:pt x="1261560" y="1278052"/>
                </a:lnTo>
                <a:lnTo>
                  <a:pt x="1302696" y="1255668"/>
                </a:lnTo>
                <a:lnTo>
                  <a:pt x="1342091" y="1231351"/>
                </a:lnTo>
                <a:lnTo>
                  <a:pt x="1379649" y="1205182"/>
                </a:lnTo>
                <a:lnTo>
                  <a:pt x="1415272" y="1177242"/>
                </a:lnTo>
                <a:lnTo>
                  <a:pt x="1448863" y="1147612"/>
                </a:lnTo>
                <a:lnTo>
                  <a:pt x="1480325" y="1116372"/>
                </a:lnTo>
                <a:lnTo>
                  <a:pt x="1509561" y="1083604"/>
                </a:lnTo>
                <a:lnTo>
                  <a:pt x="1536474" y="1049387"/>
                </a:lnTo>
                <a:lnTo>
                  <a:pt x="1560967" y="1013804"/>
                </a:lnTo>
                <a:lnTo>
                  <a:pt x="1582942" y="976934"/>
                </a:lnTo>
                <a:lnTo>
                  <a:pt x="1602302" y="938858"/>
                </a:lnTo>
                <a:lnTo>
                  <a:pt x="1618950" y="899658"/>
                </a:lnTo>
                <a:lnTo>
                  <a:pt x="1632789" y="859413"/>
                </a:lnTo>
                <a:lnTo>
                  <a:pt x="1643722" y="818206"/>
                </a:lnTo>
                <a:lnTo>
                  <a:pt x="1651651" y="776115"/>
                </a:lnTo>
                <a:lnTo>
                  <a:pt x="1656480" y="733223"/>
                </a:lnTo>
                <a:lnTo>
                  <a:pt x="1658112" y="689610"/>
                </a:lnTo>
                <a:lnTo>
                  <a:pt x="1656480" y="645996"/>
                </a:lnTo>
                <a:lnTo>
                  <a:pt x="1651651" y="603104"/>
                </a:lnTo>
                <a:lnTo>
                  <a:pt x="1643722" y="561013"/>
                </a:lnTo>
                <a:lnTo>
                  <a:pt x="1632789" y="519806"/>
                </a:lnTo>
                <a:lnTo>
                  <a:pt x="1618950" y="479561"/>
                </a:lnTo>
                <a:lnTo>
                  <a:pt x="1602302" y="440361"/>
                </a:lnTo>
                <a:lnTo>
                  <a:pt x="1582942" y="402285"/>
                </a:lnTo>
                <a:lnTo>
                  <a:pt x="1560967" y="365415"/>
                </a:lnTo>
                <a:lnTo>
                  <a:pt x="1536474" y="329832"/>
                </a:lnTo>
                <a:lnTo>
                  <a:pt x="1509561" y="295615"/>
                </a:lnTo>
                <a:lnTo>
                  <a:pt x="1480325" y="262847"/>
                </a:lnTo>
                <a:lnTo>
                  <a:pt x="1448863" y="231607"/>
                </a:lnTo>
                <a:lnTo>
                  <a:pt x="1415272" y="201977"/>
                </a:lnTo>
                <a:lnTo>
                  <a:pt x="1379649" y="174037"/>
                </a:lnTo>
                <a:lnTo>
                  <a:pt x="1342091" y="147868"/>
                </a:lnTo>
                <a:lnTo>
                  <a:pt x="1302696" y="123551"/>
                </a:lnTo>
                <a:lnTo>
                  <a:pt x="1261560" y="101167"/>
                </a:lnTo>
                <a:lnTo>
                  <a:pt x="1218781" y="80796"/>
                </a:lnTo>
                <a:lnTo>
                  <a:pt x="1174456" y="62519"/>
                </a:lnTo>
                <a:lnTo>
                  <a:pt x="1128683" y="46417"/>
                </a:lnTo>
                <a:lnTo>
                  <a:pt x="1081557" y="32570"/>
                </a:lnTo>
                <a:lnTo>
                  <a:pt x="1033178" y="21060"/>
                </a:lnTo>
                <a:lnTo>
                  <a:pt x="983640" y="11967"/>
                </a:lnTo>
                <a:lnTo>
                  <a:pt x="933043" y="5372"/>
                </a:lnTo>
                <a:lnTo>
                  <a:pt x="881482" y="1356"/>
                </a:lnTo>
                <a:lnTo>
                  <a:pt x="829056" y="0"/>
                </a:lnTo>
                <a:close/>
              </a:path>
            </a:pathLst>
          </a:custGeom>
          <a:solidFill>
            <a:srgbClr val="0073CF"/>
          </a:solidFill>
        </p:spPr>
        <p:txBody>
          <a:bodyPr wrap="square" lIns="0" tIns="0" rIns="0" bIns="0" rtlCol="0"/>
          <a:lstStyle/>
          <a:p>
            <a:endParaRPr/>
          </a:p>
        </p:txBody>
      </p:sp>
      <p:sp>
        <p:nvSpPr>
          <p:cNvPr id="4" name="object 4"/>
          <p:cNvSpPr/>
          <p:nvPr/>
        </p:nvSpPr>
        <p:spPr>
          <a:xfrm>
            <a:off x="5267705" y="1364741"/>
            <a:ext cx="1658620" cy="1379220"/>
          </a:xfrm>
          <a:custGeom>
            <a:avLst/>
            <a:gdLst/>
            <a:ahLst/>
            <a:cxnLst/>
            <a:rect l="l" t="t" r="r" b="b"/>
            <a:pathLst>
              <a:path w="1658620" h="1379220">
                <a:moveTo>
                  <a:pt x="0" y="689610"/>
                </a:moveTo>
                <a:lnTo>
                  <a:pt x="1631" y="645996"/>
                </a:lnTo>
                <a:lnTo>
                  <a:pt x="6460" y="603104"/>
                </a:lnTo>
                <a:lnTo>
                  <a:pt x="14389" y="561013"/>
                </a:lnTo>
                <a:lnTo>
                  <a:pt x="25322" y="519806"/>
                </a:lnTo>
                <a:lnTo>
                  <a:pt x="39161" y="479561"/>
                </a:lnTo>
                <a:lnTo>
                  <a:pt x="55809" y="440361"/>
                </a:lnTo>
                <a:lnTo>
                  <a:pt x="75169" y="402285"/>
                </a:lnTo>
                <a:lnTo>
                  <a:pt x="97144" y="365415"/>
                </a:lnTo>
                <a:lnTo>
                  <a:pt x="121637" y="329832"/>
                </a:lnTo>
                <a:lnTo>
                  <a:pt x="148550" y="295615"/>
                </a:lnTo>
                <a:lnTo>
                  <a:pt x="177786" y="262847"/>
                </a:lnTo>
                <a:lnTo>
                  <a:pt x="209248" y="231607"/>
                </a:lnTo>
                <a:lnTo>
                  <a:pt x="242839" y="201977"/>
                </a:lnTo>
                <a:lnTo>
                  <a:pt x="278462" y="174037"/>
                </a:lnTo>
                <a:lnTo>
                  <a:pt x="316020" y="147868"/>
                </a:lnTo>
                <a:lnTo>
                  <a:pt x="355415" y="123551"/>
                </a:lnTo>
                <a:lnTo>
                  <a:pt x="396551" y="101167"/>
                </a:lnTo>
                <a:lnTo>
                  <a:pt x="439330" y="80796"/>
                </a:lnTo>
                <a:lnTo>
                  <a:pt x="483655" y="62519"/>
                </a:lnTo>
                <a:lnTo>
                  <a:pt x="529428" y="46417"/>
                </a:lnTo>
                <a:lnTo>
                  <a:pt x="576554" y="32570"/>
                </a:lnTo>
                <a:lnTo>
                  <a:pt x="624933" y="21060"/>
                </a:lnTo>
                <a:lnTo>
                  <a:pt x="674471" y="11967"/>
                </a:lnTo>
                <a:lnTo>
                  <a:pt x="725068" y="5372"/>
                </a:lnTo>
                <a:lnTo>
                  <a:pt x="776629" y="1356"/>
                </a:lnTo>
                <a:lnTo>
                  <a:pt x="829056" y="0"/>
                </a:lnTo>
                <a:lnTo>
                  <a:pt x="881482" y="1356"/>
                </a:lnTo>
                <a:lnTo>
                  <a:pt x="933043" y="5372"/>
                </a:lnTo>
                <a:lnTo>
                  <a:pt x="983640" y="11967"/>
                </a:lnTo>
                <a:lnTo>
                  <a:pt x="1033178" y="21060"/>
                </a:lnTo>
                <a:lnTo>
                  <a:pt x="1081557" y="32570"/>
                </a:lnTo>
                <a:lnTo>
                  <a:pt x="1128683" y="46417"/>
                </a:lnTo>
                <a:lnTo>
                  <a:pt x="1174456" y="62519"/>
                </a:lnTo>
                <a:lnTo>
                  <a:pt x="1218781" y="80796"/>
                </a:lnTo>
                <a:lnTo>
                  <a:pt x="1261560" y="101167"/>
                </a:lnTo>
                <a:lnTo>
                  <a:pt x="1302696" y="123551"/>
                </a:lnTo>
                <a:lnTo>
                  <a:pt x="1342091" y="147868"/>
                </a:lnTo>
                <a:lnTo>
                  <a:pt x="1379649" y="174037"/>
                </a:lnTo>
                <a:lnTo>
                  <a:pt x="1415272" y="201977"/>
                </a:lnTo>
                <a:lnTo>
                  <a:pt x="1448863" y="231607"/>
                </a:lnTo>
                <a:lnTo>
                  <a:pt x="1480325" y="262847"/>
                </a:lnTo>
                <a:lnTo>
                  <a:pt x="1509561" y="295615"/>
                </a:lnTo>
                <a:lnTo>
                  <a:pt x="1536474" y="329832"/>
                </a:lnTo>
                <a:lnTo>
                  <a:pt x="1560967" y="365415"/>
                </a:lnTo>
                <a:lnTo>
                  <a:pt x="1582942" y="402285"/>
                </a:lnTo>
                <a:lnTo>
                  <a:pt x="1602302" y="440361"/>
                </a:lnTo>
                <a:lnTo>
                  <a:pt x="1618950" y="479561"/>
                </a:lnTo>
                <a:lnTo>
                  <a:pt x="1632789" y="519806"/>
                </a:lnTo>
                <a:lnTo>
                  <a:pt x="1643722" y="561013"/>
                </a:lnTo>
                <a:lnTo>
                  <a:pt x="1651651" y="603104"/>
                </a:lnTo>
                <a:lnTo>
                  <a:pt x="1656480" y="645996"/>
                </a:lnTo>
                <a:lnTo>
                  <a:pt x="1658112" y="689610"/>
                </a:lnTo>
                <a:lnTo>
                  <a:pt x="1656480" y="733223"/>
                </a:lnTo>
                <a:lnTo>
                  <a:pt x="1651651" y="776115"/>
                </a:lnTo>
                <a:lnTo>
                  <a:pt x="1643722" y="818206"/>
                </a:lnTo>
                <a:lnTo>
                  <a:pt x="1632789" y="859413"/>
                </a:lnTo>
                <a:lnTo>
                  <a:pt x="1618950" y="899658"/>
                </a:lnTo>
                <a:lnTo>
                  <a:pt x="1602302" y="938858"/>
                </a:lnTo>
                <a:lnTo>
                  <a:pt x="1582942" y="976934"/>
                </a:lnTo>
                <a:lnTo>
                  <a:pt x="1560967" y="1013804"/>
                </a:lnTo>
                <a:lnTo>
                  <a:pt x="1536474" y="1049387"/>
                </a:lnTo>
                <a:lnTo>
                  <a:pt x="1509561" y="1083604"/>
                </a:lnTo>
                <a:lnTo>
                  <a:pt x="1480325" y="1116372"/>
                </a:lnTo>
                <a:lnTo>
                  <a:pt x="1448863" y="1147612"/>
                </a:lnTo>
                <a:lnTo>
                  <a:pt x="1415272" y="1177242"/>
                </a:lnTo>
                <a:lnTo>
                  <a:pt x="1379649" y="1205182"/>
                </a:lnTo>
                <a:lnTo>
                  <a:pt x="1342091" y="1231351"/>
                </a:lnTo>
                <a:lnTo>
                  <a:pt x="1302696" y="1255668"/>
                </a:lnTo>
                <a:lnTo>
                  <a:pt x="1261560" y="1278052"/>
                </a:lnTo>
                <a:lnTo>
                  <a:pt x="1218781" y="1298423"/>
                </a:lnTo>
                <a:lnTo>
                  <a:pt x="1174456" y="1316700"/>
                </a:lnTo>
                <a:lnTo>
                  <a:pt x="1128683" y="1332802"/>
                </a:lnTo>
                <a:lnTo>
                  <a:pt x="1081557" y="1346649"/>
                </a:lnTo>
                <a:lnTo>
                  <a:pt x="1033178" y="1358159"/>
                </a:lnTo>
                <a:lnTo>
                  <a:pt x="983640" y="1367252"/>
                </a:lnTo>
                <a:lnTo>
                  <a:pt x="933043" y="1373847"/>
                </a:lnTo>
                <a:lnTo>
                  <a:pt x="881482" y="1377863"/>
                </a:lnTo>
                <a:lnTo>
                  <a:pt x="829056" y="1379220"/>
                </a:lnTo>
                <a:lnTo>
                  <a:pt x="776629" y="1377863"/>
                </a:lnTo>
                <a:lnTo>
                  <a:pt x="725068" y="1373847"/>
                </a:lnTo>
                <a:lnTo>
                  <a:pt x="674471" y="1367252"/>
                </a:lnTo>
                <a:lnTo>
                  <a:pt x="624933" y="1358159"/>
                </a:lnTo>
                <a:lnTo>
                  <a:pt x="576554" y="1346649"/>
                </a:lnTo>
                <a:lnTo>
                  <a:pt x="529428" y="1332802"/>
                </a:lnTo>
                <a:lnTo>
                  <a:pt x="483655" y="1316700"/>
                </a:lnTo>
                <a:lnTo>
                  <a:pt x="439330" y="1298423"/>
                </a:lnTo>
                <a:lnTo>
                  <a:pt x="396551" y="1278052"/>
                </a:lnTo>
                <a:lnTo>
                  <a:pt x="355415" y="1255668"/>
                </a:lnTo>
                <a:lnTo>
                  <a:pt x="316020" y="1231351"/>
                </a:lnTo>
                <a:lnTo>
                  <a:pt x="278462" y="1205182"/>
                </a:lnTo>
                <a:lnTo>
                  <a:pt x="242839" y="1177242"/>
                </a:lnTo>
                <a:lnTo>
                  <a:pt x="209248" y="1147612"/>
                </a:lnTo>
                <a:lnTo>
                  <a:pt x="177786" y="1116372"/>
                </a:lnTo>
                <a:lnTo>
                  <a:pt x="148550" y="1083604"/>
                </a:lnTo>
                <a:lnTo>
                  <a:pt x="121637" y="1049387"/>
                </a:lnTo>
                <a:lnTo>
                  <a:pt x="97144" y="1013804"/>
                </a:lnTo>
                <a:lnTo>
                  <a:pt x="75169" y="976934"/>
                </a:lnTo>
                <a:lnTo>
                  <a:pt x="55809" y="938858"/>
                </a:lnTo>
                <a:lnTo>
                  <a:pt x="39161" y="899658"/>
                </a:lnTo>
                <a:lnTo>
                  <a:pt x="25322" y="859413"/>
                </a:lnTo>
                <a:lnTo>
                  <a:pt x="14389" y="818206"/>
                </a:lnTo>
                <a:lnTo>
                  <a:pt x="6460" y="776115"/>
                </a:lnTo>
                <a:lnTo>
                  <a:pt x="1631" y="733223"/>
                </a:lnTo>
                <a:lnTo>
                  <a:pt x="0" y="689610"/>
                </a:lnTo>
                <a:close/>
              </a:path>
            </a:pathLst>
          </a:custGeom>
          <a:ln w="25400">
            <a:solidFill>
              <a:srgbClr val="FFFFFF"/>
            </a:solidFill>
          </a:ln>
        </p:spPr>
        <p:txBody>
          <a:bodyPr wrap="square" lIns="0" tIns="0" rIns="0" bIns="0" rtlCol="0"/>
          <a:lstStyle/>
          <a:p>
            <a:endParaRPr/>
          </a:p>
        </p:txBody>
      </p:sp>
      <p:sp>
        <p:nvSpPr>
          <p:cNvPr id="5" name="object 5"/>
          <p:cNvSpPr txBox="1"/>
          <p:nvPr/>
        </p:nvSpPr>
        <p:spPr>
          <a:xfrm>
            <a:off x="5808345" y="1863598"/>
            <a:ext cx="578485"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FFFFF"/>
                </a:solidFill>
                <a:latin typeface="Arial"/>
                <a:cs typeface="Arial"/>
              </a:rPr>
              <a:t>D</a:t>
            </a:r>
            <a:r>
              <a:rPr sz="2000" spc="5" dirty="0">
                <a:solidFill>
                  <a:srgbClr val="FFFFFF"/>
                </a:solidFill>
                <a:latin typeface="Arial"/>
                <a:cs typeface="Arial"/>
              </a:rPr>
              <a:t>r</a:t>
            </a:r>
            <a:r>
              <a:rPr sz="2000" dirty="0">
                <a:solidFill>
                  <a:srgbClr val="FFFFFF"/>
                </a:solidFill>
                <a:latin typeface="Arial"/>
                <a:cs typeface="Arial"/>
              </a:rPr>
              <a:t>aft</a:t>
            </a:r>
            <a:endParaRPr sz="2000">
              <a:latin typeface="Arial"/>
              <a:cs typeface="Arial"/>
            </a:endParaRPr>
          </a:p>
        </p:txBody>
      </p:sp>
      <p:sp>
        <p:nvSpPr>
          <p:cNvPr id="6" name="object 6"/>
          <p:cNvSpPr/>
          <p:nvPr/>
        </p:nvSpPr>
        <p:spPr>
          <a:xfrm>
            <a:off x="6646926" y="2398141"/>
            <a:ext cx="521334" cy="487045"/>
          </a:xfrm>
          <a:custGeom>
            <a:avLst/>
            <a:gdLst/>
            <a:ahLst/>
            <a:cxnLst/>
            <a:rect l="l" t="t" r="r" b="b"/>
            <a:pathLst>
              <a:path w="521334" h="487044">
                <a:moveTo>
                  <a:pt x="169545" y="0"/>
                </a:moveTo>
                <a:lnTo>
                  <a:pt x="0" y="233425"/>
                </a:lnTo>
                <a:lnTo>
                  <a:pt x="241807" y="409067"/>
                </a:lnTo>
                <a:lnTo>
                  <a:pt x="185293" y="486791"/>
                </a:lnTo>
                <a:lnTo>
                  <a:pt x="521080" y="433705"/>
                </a:lnTo>
                <a:lnTo>
                  <a:pt x="480205" y="175768"/>
                </a:lnTo>
                <a:lnTo>
                  <a:pt x="411352" y="175768"/>
                </a:lnTo>
                <a:lnTo>
                  <a:pt x="169545" y="0"/>
                </a:lnTo>
                <a:close/>
              </a:path>
              <a:path w="521334" h="487044">
                <a:moveTo>
                  <a:pt x="467868" y="97917"/>
                </a:moveTo>
                <a:lnTo>
                  <a:pt x="411352" y="175768"/>
                </a:lnTo>
                <a:lnTo>
                  <a:pt x="480205" y="175768"/>
                </a:lnTo>
                <a:lnTo>
                  <a:pt x="467868" y="97917"/>
                </a:lnTo>
                <a:close/>
              </a:path>
            </a:pathLst>
          </a:custGeom>
          <a:solidFill>
            <a:srgbClr val="AABBE3"/>
          </a:solidFill>
        </p:spPr>
        <p:txBody>
          <a:bodyPr wrap="square" lIns="0" tIns="0" rIns="0" bIns="0" rtlCol="0"/>
          <a:lstStyle/>
          <a:p>
            <a:endParaRPr/>
          </a:p>
        </p:txBody>
      </p:sp>
      <p:sp>
        <p:nvSpPr>
          <p:cNvPr id="7" name="object 7"/>
          <p:cNvSpPr/>
          <p:nvPr/>
        </p:nvSpPr>
        <p:spPr>
          <a:xfrm>
            <a:off x="6998969" y="2599182"/>
            <a:ext cx="1656714" cy="1423670"/>
          </a:xfrm>
          <a:custGeom>
            <a:avLst/>
            <a:gdLst/>
            <a:ahLst/>
            <a:cxnLst/>
            <a:rect l="l" t="t" r="r" b="b"/>
            <a:pathLst>
              <a:path w="1656715" h="1423670">
                <a:moveTo>
                  <a:pt x="828294" y="0"/>
                </a:moveTo>
                <a:lnTo>
                  <a:pt x="775911" y="1400"/>
                </a:lnTo>
                <a:lnTo>
                  <a:pt x="724394" y="5545"/>
                </a:lnTo>
                <a:lnTo>
                  <a:pt x="673840" y="12351"/>
                </a:lnTo>
                <a:lnTo>
                  <a:pt x="624346" y="21736"/>
                </a:lnTo>
                <a:lnTo>
                  <a:pt x="576009" y="33615"/>
                </a:lnTo>
                <a:lnTo>
                  <a:pt x="528925" y="47906"/>
                </a:lnTo>
                <a:lnTo>
                  <a:pt x="483193" y="64524"/>
                </a:lnTo>
                <a:lnTo>
                  <a:pt x="438908" y="83387"/>
                </a:lnTo>
                <a:lnTo>
                  <a:pt x="396169" y="104412"/>
                </a:lnTo>
                <a:lnTo>
                  <a:pt x="355071" y="127514"/>
                </a:lnTo>
                <a:lnTo>
                  <a:pt x="315713" y="152611"/>
                </a:lnTo>
                <a:lnTo>
                  <a:pt x="278191" y="179619"/>
                </a:lnTo>
                <a:lnTo>
                  <a:pt x="242601" y="208454"/>
                </a:lnTo>
                <a:lnTo>
                  <a:pt x="209042" y="239034"/>
                </a:lnTo>
                <a:lnTo>
                  <a:pt x="177610" y="271275"/>
                </a:lnTo>
                <a:lnTo>
                  <a:pt x="148402" y="305094"/>
                </a:lnTo>
                <a:lnTo>
                  <a:pt x="121516" y="340406"/>
                </a:lnTo>
                <a:lnTo>
                  <a:pt x="97047" y="377130"/>
                </a:lnTo>
                <a:lnTo>
                  <a:pt x="75094" y="415181"/>
                </a:lnTo>
                <a:lnTo>
                  <a:pt x="55753" y="454477"/>
                </a:lnTo>
                <a:lnTo>
                  <a:pt x="39122" y="494933"/>
                </a:lnTo>
                <a:lnTo>
                  <a:pt x="25296" y="536467"/>
                </a:lnTo>
                <a:lnTo>
                  <a:pt x="14375" y="578994"/>
                </a:lnTo>
                <a:lnTo>
                  <a:pt x="6453" y="622432"/>
                </a:lnTo>
                <a:lnTo>
                  <a:pt x="1629" y="666698"/>
                </a:lnTo>
                <a:lnTo>
                  <a:pt x="0" y="711707"/>
                </a:lnTo>
                <a:lnTo>
                  <a:pt x="1629" y="756717"/>
                </a:lnTo>
                <a:lnTo>
                  <a:pt x="6453" y="800983"/>
                </a:lnTo>
                <a:lnTo>
                  <a:pt x="14375" y="844421"/>
                </a:lnTo>
                <a:lnTo>
                  <a:pt x="25296" y="886948"/>
                </a:lnTo>
                <a:lnTo>
                  <a:pt x="39122" y="928482"/>
                </a:lnTo>
                <a:lnTo>
                  <a:pt x="55753" y="968938"/>
                </a:lnTo>
                <a:lnTo>
                  <a:pt x="75094" y="1008234"/>
                </a:lnTo>
                <a:lnTo>
                  <a:pt x="97047" y="1046285"/>
                </a:lnTo>
                <a:lnTo>
                  <a:pt x="121516" y="1083009"/>
                </a:lnTo>
                <a:lnTo>
                  <a:pt x="148402" y="1118321"/>
                </a:lnTo>
                <a:lnTo>
                  <a:pt x="177610" y="1152140"/>
                </a:lnTo>
                <a:lnTo>
                  <a:pt x="209042" y="1184381"/>
                </a:lnTo>
                <a:lnTo>
                  <a:pt x="242601" y="1214961"/>
                </a:lnTo>
                <a:lnTo>
                  <a:pt x="278191" y="1243796"/>
                </a:lnTo>
                <a:lnTo>
                  <a:pt x="315713" y="1270804"/>
                </a:lnTo>
                <a:lnTo>
                  <a:pt x="355071" y="1295901"/>
                </a:lnTo>
                <a:lnTo>
                  <a:pt x="396169" y="1319003"/>
                </a:lnTo>
                <a:lnTo>
                  <a:pt x="438908" y="1340028"/>
                </a:lnTo>
                <a:lnTo>
                  <a:pt x="483193" y="1358891"/>
                </a:lnTo>
                <a:lnTo>
                  <a:pt x="528925" y="1375509"/>
                </a:lnTo>
                <a:lnTo>
                  <a:pt x="576009" y="1389800"/>
                </a:lnTo>
                <a:lnTo>
                  <a:pt x="624346" y="1401679"/>
                </a:lnTo>
                <a:lnTo>
                  <a:pt x="673840" y="1411064"/>
                </a:lnTo>
                <a:lnTo>
                  <a:pt x="724394" y="1417870"/>
                </a:lnTo>
                <a:lnTo>
                  <a:pt x="775911" y="1422015"/>
                </a:lnTo>
                <a:lnTo>
                  <a:pt x="828294" y="1423415"/>
                </a:lnTo>
                <a:lnTo>
                  <a:pt x="880676" y="1422015"/>
                </a:lnTo>
                <a:lnTo>
                  <a:pt x="932193" y="1417870"/>
                </a:lnTo>
                <a:lnTo>
                  <a:pt x="982747" y="1411064"/>
                </a:lnTo>
                <a:lnTo>
                  <a:pt x="1032241" y="1401679"/>
                </a:lnTo>
                <a:lnTo>
                  <a:pt x="1080578" y="1389800"/>
                </a:lnTo>
                <a:lnTo>
                  <a:pt x="1127662" y="1375509"/>
                </a:lnTo>
                <a:lnTo>
                  <a:pt x="1173394" y="1358891"/>
                </a:lnTo>
                <a:lnTo>
                  <a:pt x="1217679" y="1340028"/>
                </a:lnTo>
                <a:lnTo>
                  <a:pt x="1260418" y="1319003"/>
                </a:lnTo>
                <a:lnTo>
                  <a:pt x="1301516" y="1295901"/>
                </a:lnTo>
                <a:lnTo>
                  <a:pt x="1340874" y="1270804"/>
                </a:lnTo>
                <a:lnTo>
                  <a:pt x="1378396" y="1243796"/>
                </a:lnTo>
                <a:lnTo>
                  <a:pt x="1413986" y="1214961"/>
                </a:lnTo>
                <a:lnTo>
                  <a:pt x="1447545" y="1184381"/>
                </a:lnTo>
                <a:lnTo>
                  <a:pt x="1478977" y="1152140"/>
                </a:lnTo>
                <a:lnTo>
                  <a:pt x="1508185" y="1118321"/>
                </a:lnTo>
                <a:lnTo>
                  <a:pt x="1535071" y="1083009"/>
                </a:lnTo>
                <a:lnTo>
                  <a:pt x="1559540" y="1046285"/>
                </a:lnTo>
                <a:lnTo>
                  <a:pt x="1581493" y="1008234"/>
                </a:lnTo>
                <a:lnTo>
                  <a:pt x="1600834" y="968938"/>
                </a:lnTo>
                <a:lnTo>
                  <a:pt x="1617465" y="928482"/>
                </a:lnTo>
                <a:lnTo>
                  <a:pt x="1631291" y="886948"/>
                </a:lnTo>
                <a:lnTo>
                  <a:pt x="1642212" y="844421"/>
                </a:lnTo>
                <a:lnTo>
                  <a:pt x="1650134" y="800983"/>
                </a:lnTo>
                <a:lnTo>
                  <a:pt x="1654958" y="756717"/>
                </a:lnTo>
                <a:lnTo>
                  <a:pt x="1656587" y="711707"/>
                </a:lnTo>
                <a:lnTo>
                  <a:pt x="1654958" y="666698"/>
                </a:lnTo>
                <a:lnTo>
                  <a:pt x="1650134" y="622432"/>
                </a:lnTo>
                <a:lnTo>
                  <a:pt x="1642212" y="578994"/>
                </a:lnTo>
                <a:lnTo>
                  <a:pt x="1631291" y="536467"/>
                </a:lnTo>
                <a:lnTo>
                  <a:pt x="1617465" y="494933"/>
                </a:lnTo>
                <a:lnTo>
                  <a:pt x="1600834" y="454477"/>
                </a:lnTo>
                <a:lnTo>
                  <a:pt x="1581493" y="415181"/>
                </a:lnTo>
                <a:lnTo>
                  <a:pt x="1559540" y="377130"/>
                </a:lnTo>
                <a:lnTo>
                  <a:pt x="1535071" y="340406"/>
                </a:lnTo>
                <a:lnTo>
                  <a:pt x="1508185" y="305094"/>
                </a:lnTo>
                <a:lnTo>
                  <a:pt x="1478977" y="271275"/>
                </a:lnTo>
                <a:lnTo>
                  <a:pt x="1447545" y="239034"/>
                </a:lnTo>
                <a:lnTo>
                  <a:pt x="1413986" y="208454"/>
                </a:lnTo>
                <a:lnTo>
                  <a:pt x="1378396" y="179619"/>
                </a:lnTo>
                <a:lnTo>
                  <a:pt x="1340874" y="152611"/>
                </a:lnTo>
                <a:lnTo>
                  <a:pt x="1301516" y="127514"/>
                </a:lnTo>
                <a:lnTo>
                  <a:pt x="1260418" y="104412"/>
                </a:lnTo>
                <a:lnTo>
                  <a:pt x="1217679" y="83387"/>
                </a:lnTo>
                <a:lnTo>
                  <a:pt x="1173394" y="64524"/>
                </a:lnTo>
                <a:lnTo>
                  <a:pt x="1127662" y="47906"/>
                </a:lnTo>
                <a:lnTo>
                  <a:pt x="1080578" y="33615"/>
                </a:lnTo>
                <a:lnTo>
                  <a:pt x="1032241" y="21736"/>
                </a:lnTo>
                <a:lnTo>
                  <a:pt x="982747" y="12351"/>
                </a:lnTo>
                <a:lnTo>
                  <a:pt x="932193" y="5545"/>
                </a:lnTo>
                <a:lnTo>
                  <a:pt x="880676" y="1400"/>
                </a:lnTo>
                <a:lnTo>
                  <a:pt x="828294" y="0"/>
                </a:lnTo>
                <a:close/>
              </a:path>
            </a:pathLst>
          </a:custGeom>
          <a:solidFill>
            <a:srgbClr val="0073CF"/>
          </a:solidFill>
        </p:spPr>
        <p:txBody>
          <a:bodyPr wrap="square" lIns="0" tIns="0" rIns="0" bIns="0" rtlCol="0"/>
          <a:lstStyle/>
          <a:p>
            <a:endParaRPr/>
          </a:p>
        </p:txBody>
      </p:sp>
      <p:sp>
        <p:nvSpPr>
          <p:cNvPr id="8" name="object 8"/>
          <p:cNvSpPr/>
          <p:nvPr/>
        </p:nvSpPr>
        <p:spPr>
          <a:xfrm>
            <a:off x="6998969" y="2599182"/>
            <a:ext cx="1656714" cy="1423670"/>
          </a:xfrm>
          <a:custGeom>
            <a:avLst/>
            <a:gdLst/>
            <a:ahLst/>
            <a:cxnLst/>
            <a:rect l="l" t="t" r="r" b="b"/>
            <a:pathLst>
              <a:path w="1656715" h="1423670">
                <a:moveTo>
                  <a:pt x="0" y="711707"/>
                </a:moveTo>
                <a:lnTo>
                  <a:pt x="1629" y="666698"/>
                </a:lnTo>
                <a:lnTo>
                  <a:pt x="6453" y="622432"/>
                </a:lnTo>
                <a:lnTo>
                  <a:pt x="14375" y="578994"/>
                </a:lnTo>
                <a:lnTo>
                  <a:pt x="25296" y="536467"/>
                </a:lnTo>
                <a:lnTo>
                  <a:pt x="39122" y="494933"/>
                </a:lnTo>
                <a:lnTo>
                  <a:pt x="55753" y="454477"/>
                </a:lnTo>
                <a:lnTo>
                  <a:pt x="75094" y="415181"/>
                </a:lnTo>
                <a:lnTo>
                  <a:pt x="97047" y="377130"/>
                </a:lnTo>
                <a:lnTo>
                  <a:pt x="121516" y="340406"/>
                </a:lnTo>
                <a:lnTo>
                  <a:pt x="148402" y="305094"/>
                </a:lnTo>
                <a:lnTo>
                  <a:pt x="177610" y="271275"/>
                </a:lnTo>
                <a:lnTo>
                  <a:pt x="209042" y="239034"/>
                </a:lnTo>
                <a:lnTo>
                  <a:pt x="242601" y="208454"/>
                </a:lnTo>
                <a:lnTo>
                  <a:pt x="278191" y="179619"/>
                </a:lnTo>
                <a:lnTo>
                  <a:pt x="315713" y="152611"/>
                </a:lnTo>
                <a:lnTo>
                  <a:pt x="355071" y="127514"/>
                </a:lnTo>
                <a:lnTo>
                  <a:pt x="396169" y="104412"/>
                </a:lnTo>
                <a:lnTo>
                  <a:pt x="438908" y="83387"/>
                </a:lnTo>
                <a:lnTo>
                  <a:pt x="483193" y="64524"/>
                </a:lnTo>
                <a:lnTo>
                  <a:pt x="528925" y="47906"/>
                </a:lnTo>
                <a:lnTo>
                  <a:pt x="576009" y="33615"/>
                </a:lnTo>
                <a:lnTo>
                  <a:pt x="624346" y="21736"/>
                </a:lnTo>
                <a:lnTo>
                  <a:pt x="673840" y="12351"/>
                </a:lnTo>
                <a:lnTo>
                  <a:pt x="724394" y="5545"/>
                </a:lnTo>
                <a:lnTo>
                  <a:pt x="775911" y="1400"/>
                </a:lnTo>
                <a:lnTo>
                  <a:pt x="828294" y="0"/>
                </a:lnTo>
                <a:lnTo>
                  <a:pt x="880676" y="1400"/>
                </a:lnTo>
                <a:lnTo>
                  <a:pt x="932193" y="5545"/>
                </a:lnTo>
                <a:lnTo>
                  <a:pt x="982747" y="12351"/>
                </a:lnTo>
                <a:lnTo>
                  <a:pt x="1032241" y="21736"/>
                </a:lnTo>
                <a:lnTo>
                  <a:pt x="1080578" y="33615"/>
                </a:lnTo>
                <a:lnTo>
                  <a:pt x="1127662" y="47906"/>
                </a:lnTo>
                <a:lnTo>
                  <a:pt x="1173394" y="64524"/>
                </a:lnTo>
                <a:lnTo>
                  <a:pt x="1217679" y="83387"/>
                </a:lnTo>
                <a:lnTo>
                  <a:pt x="1260418" y="104412"/>
                </a:lnTo>
                <a:lnTo>
                  <a:pt x="1301516" y="127514"/>
                </a:lnTo>
                <a:lnTo>
                  <a:pt x="1340874" y="152611"/>
                </a:lnTo>
                <a:lnTo>
                  <a:pt x="1378396" y="179619"/>
                </a:lnTo>
                <a:lnTo>
                  <a:pt x="1413986" y="208454"/>
                </a:lnTo>
                <a:lnTo>
                  <a:pt x="1447545" y="239034"/>
                </a:lnTo>
                <a:lnTo>
                  <a:pt x="1478977" y="271275"/>
                </a:lnTo>
                <a:lnTo>
                  <a:pt x="1508185" y="305094"/>
                </a:lnTo>
                <a:lnTo>
                  <a:pt x="1535071" y="340406"/>
                </a:lnTo>
                <a:lnTo>
                  <a:pt x="1559540" y="377130"/>
                </a:lnTo>
                <a:lnTo>
                  <a:pt x="1581493" y="415181"/>
                </a:lnTo>
                <a:lnTo>
                  <a:pt x="1600834" y="454477"/>
                </a:lnTo>
                <a:lnTo>
                  <a:pt x="1617465" y="494933"/>
                </a:lnTo>
                <a:lnTo>
                  <a:pt x="1631291" y="536467"/>
                </a:lnTo>
                <a:lnTo>
                  <a:pt x="1642212" y="578994"/>
                </a:lnTo>
                <a:lnTo>
                  <a:pt x="1650134" y="622432"/>
                </a:lnTo>
                <a:lnTo>
                  <a:pt x="1654958" y="666698"/>
                </a:lnTo>
                <a:lnTo>
                  <a:pt x="1656587" y="711707"/>
                </a:lnTo>
                <a:lnTo>
                  <a:pt x="1654958" y="756717"/>
                </a:lnTo>
                <a:lnTo>
                  <a:pt x="1650134" y="800983"/>
                </a:lnTo>
                <a:lnTo>
                  <a:pt x="1642212" y="844421"/>
                </a:lnTo>
                <a:lnTo>
                  <a:pt x="1631291" y="886948"/>
                </a:lnTo>
                <a:lnTo>
                  <a:pt x="1617465" y="928482"/>
                </a:lnTo>
                <a:lnTo>
                  <a:pt x="1600834" y="968938"/>
                </a:lnTo>
                <a:lnTo>
                  <a:pt x="1581493" y="1008234"/>
                </a:lnTo>
                <a:lnTo>
                  <a:pt x="1559540" y="1046285"/>
                </a:lnTo>
                <a:lnTo>
                  <a:pt x="1535071" y="1083009"/>
                </a:lnTo>
                <a:lnTo>
                  <a:pt x="1508185" y="1118321"/>
                </a:lnTo>
                <a:lnTo>
                  <a:pt x="1478977" y="1152140"/>
                </a:lnTo>
                <a:lnTo>
                  <a:pt x="1447545" y="1184381"/>
                </a:lnTo>
                <a:lnTo>
                  <a:pt x="1413986" y="1214961"/>
                </a:lnTo>
                <a:lnTo>
                  <a:pt x="1378396" y="1243796"/>
                </a:lnTo>
                <a:lnTo>
                  <a:pt x="1340874" y="1270804"/>
                </a:lnTo>
                <a:lnTo>
                  <a:pt x="1301516" y="1295901"/>
                </a:lnTo>
                <a:lnTo>
                  <a:pt x="1260418" y="1319003"/>
                </a:lnTo>
                <a:lnTo>
                  <a:pt x="1217679" y="1340028"/>
                </a:lnTo>
                <a:lnTo>
                  <a:pt x="1173394" y="1358891"/>
                </a:lnTo>
                <a:lnTo>
                  <a:pt x="1127662" y="1375509"/>
                </a:lnTo>
                <a:lnTo>
                  <a:pt x="1080578" y="1389800"/>
                </a:lnTo>
                <a:lnTo>
                  <a:pt x="1032241" y="1401679"/>
                </a:lnTo>
                <a:lnTo>
                  <a:pt x="982747" y="1411064"/>
                </a:lnTo>
                <a:lnTo>
                  <a:pt x="932193" y="1417870"/>
                </a:lnTo>
                <a:lnTo>
                  <a:pt x="880676" y="1422015"/>
                </a:lnTo>
                <a:lnTo>
                  <a:pt x="828294" y="1423415"/>
                </a:lnTo>
                <a:lnTo>
                  <a:pt x="775911" y="1422015"/>
                </a:lnTo>
                <a:lnTo>
                  <a:pt x="724394" y="1417870"/>
                </a:lnTo>
                <a:lnTo>
                  <a:pt x="673840" y="1411064"/>
                </a:lnTo>
                <a:lnTo>
                  <a:pt x="624346" y="1401679"/>
                </a:lnTo>
                <a:lnTo>
                  <a:pt x="576009" y="1389800"/>
                </a:lnTo>
                <a:lnTo>
                  <a:pt x="528925" y="1375509"/>
                </a:lnTo>
                <a:lnTo>
                  <a:pt x="483193" y="1358891"/>
                </a:lnTo>
                <a:lnTo>
                  <a:pt x="438908" y="1340028"/>
                </a:lnTo>
                <a:lnTo>
                  <a:pt x="396169" y="1319003"/>
                </a:lnTo>
                <a:lnTo>
                  <a:pt x="355071" y="1295901"/>
                </a:lnTo>
                <a:lnTo>
                  <a:pt x="315713" y="1270804"/>
                </a:lnTo>
                <a:lnTo>
                  <a:pt x="278191" y="1243796"/>
                </a:lnTo>
                <a:lnTo>
                  <a:pt x="242601" y="1214961"/>
                </a:lnTo>
                <a:lnTo>
                  <a:pt x="209042" y="1184381"/>
                </a:lnTo>
                <a:lnTo>
                  <a:pt x="177610" y="1152140"/>
                </a:lnTo>
                <a:lnTo>
                  <a:pt x="148402" y="1118321"/>
                </a:lnTo>
                <a:lnTo>
                  <a:pt x="121516" y="1083009"/>
                </a:lnTo>
                <a:lnTo>
                  <a:pt x="97047" y="1046285"/>
                </a:lnTo>
                <a:lnTo>
                  <a:pt x="75094" y="1008234"/>
                </a:lnTo>
                <a:lnTo>
                  <a:pt x="55753" y="968938"/>
                </a:lnTo>
                <a:lnTo>
                  <a:pt x="39122" y="928482"/>
                </a:lnTo>
                <a:lnTo>
                  <a:pt x="25296" y="886948"/>
                </a:lnTo>
                <a:lnTo>
                  <a:pt x="14375" y="844421"/>
                </a:lnTo>
                <a:lnTo>
                  <a:pt x="6453" y="800983"/>
                </a:lnTo>
                <a:lnTo>
                  <a:pt x="1629" y="756717"/>
                </a:lnTo>
                <a:lnTo>
                  <a:pt x="0" y="711707"/>
                </a:lnTo>
                <a:close/>
              </a:path>
            </a:pathLst>
          </a:custGeom>
          <a:ln w="25400">
            <a:solidFill>
              <a:srgbClr val="FFFFFF"/>
            </a:solidFill>
          </a:ln>
        </p:spPr>
        <p:txBody>
          <a:bodyPr wrap="square" lIns="0" tIns="0" rIns="0" bIns="0" rtlCol="0"/>
          <a:lstStyle/>
          <a:p>
            <a:endParaRPr/>
          </a:p>
        </p:txBody>
      </p:sp>
      <p:sp>
        <p:nvSpPr>
          <p:cNvPr id="9" name="object 9"/>
          <p:cNvSpPr txBox="1"/>
          <p:nvPr/>
        </p:nvSpPr>
        <p:spPr>
          <a:xfrm>
            <a:off x="7261606" y="3121279"/>
            <a:ext cx="1130300"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FFFFF"/>
                </a:solidFill>
                <a:latin typeface="Arial"/>
                <a:cs typeface="Arial"/>
              </a:rPr>
              <a:t>Rehea</a:t>
            </a:r>
            <a:r>
              <a:rPr sz="2000" spc="5" dirty="0">
                <a:solidFill>
                  <a:srgbClr val="FFFFFF"/>
                </a:solidFill>
                <a:latin typeface="Arial"/>
                <a:cs typeface="Arial"/>
              </a:rPr>
              <a:t>r</a:t>
            </a:r>
            <a:r>
              <a:rPr sz="2000" dirty="0">
                <a:solidFill>
                  <a:srgbClr val="FFFFFF"/>
                </a:solidFill>
                <a:latin typeface="Arial"/>
                <a:cs typeface="Arial"/>
              </a:rPr>
              <a:t>se</a:t>
            </a:r>
            <a:endParaRPr sz="2000">
              <a:latin typeface="Arial"/>
              <a:cs typeface="Arial"/>
            </a:endParaRPr>
          </a:p>
        </p:txBody>
      </p:sp>
      <p:sp>
        <p:nvSpPr>
          <p:cNvPr id="10" name="object 10"/>
          <p:cNvSpPr/>
          <p:nvPr/>
        </p:nvSpPr>
        <p:spPr>
          <a:xfrm>
            <a:off x="7321295" y="4030598"/>
            <a:ext cx="464820" cy="537210"/>
          </a:xfrm>
          <a:custGeom>
            <a:avLst/>
            <a:gdLst/>
            <a:ahLst/>
            <a:cxnLst/>
            <a:rect l="l" t="t" r="r" b="b"/>
            <a:pathLst>
              <a:path w="464820" h="537210">
                <a:moveTo>
                  <a:pt x="0" y="243205"/>
                </a:moveTo>
                <a:lnTo>
                  <a:pt x="170433" y="537209"/>
                </a:lnTo>
                <a:lnTo>
                  <a:pt x="464565" y="366775"/>
                </a:lnTo>
                <a:lnTo>
                  <a:pt x="371601" y="342138"/>
                </a:lnTo>
                <a:lnTo>
                  <a:pt x="391390" y="267843"/>
                </a:lnTo>
                <a:lnTo>
                  <a:pt x="92963" y="267843"/>
                </a:lnTo>
                <a:lnTo>
                  <a:pt x="0" y="243205"/>
                </a:lnTo>
                <a:close/>
              </a:path>
              <a:path w="464820" h="537210">
                <a:moveTo>
                  <a:pt x="164210" y="0"/>
                </a:moveTo>
                <a:lnTo>
                  <a:pt x="92963" y="267843"/>
                </a:lnTo>
                <a:lnTo>
                  <a:pt x="391390" y="267843"/>
                </a:lnTo>
                <a:lnTo>
                  <a:pt x="442975" y="74168"/>
                </a:lnTo>
                <a:lnTo>
                  <a:pt x="164210" y="0"/>
                </a:lnTo>
                <a:close/>
              </a:path>
            </a:pathLst>
          </a:custGeom>
          <a:solidFill>
            <a:srgbClr val="AABBE3"/>
          </a:solidFill>
        </p:spPr>
        <p:txBody>
          <a:bodyPr wrap="square" lIns="0" tIns="0" rIns="0" bIns="0" rtlCol="0"/>
          <a:lstStyle/>
          <a:p>
            <a:endParaRPr/>
          </a:p>
        </p:txBody>
      </p:sp>
      <p:sp>
        <p:nvSpPr>
          <p:cNvPr id="11" name="object 11"/>
          <p:cNvSpPr/>
          <p:nvPr/>
        </p:nvSpPr>
        <p:spPr>
          <a:xfrm>
            <a:off x="6456426" y="4633721"/>
            <a:ext cx="1658620" cy="1423670"/>
          </a:xfrm>
          <a:custGeom>
            <a:avLst/>
            <a:gdLst/>
            <a:ahLst/>
            <a:cxnLst/>
            <a:rect l="l" t="t" r="r" b="b"/>
            <a:pathLst>
              <a:path w="1658620" h="1423670">
                <a:moveTo>
                  <a:pt x="829055" y="0"/>
                </a:moveTo>
                <a:lnTo>
                  <a:pt x="776629" y="1400"/>
                </a:lnTo>
                <a:lnTo>
                  <a:pt x="725068" y="5545"/>
                </a:lnTo>
                <a:lnTo>
                  <a:pt x="674471" y="12351"/>
                </a:lnTo>
                <a:lnTo>
                  <a:pt x="624933" y="21736"/>
                </a:lnTo>
                <a:lnTo>
                  <a:pt x="576554" y="33615"/>
                </a:lnTo>
                <a:lnTo>
                  <a:pt x="529428" y="47906"/>
                </a:lnTo>
                <a:lnTo>
                  <a:pt x="483655" y="64524"/>
                </a:lnTo>
                <a:lnTo>
                  <a:pt x="439330" y="83387"/>
                </a:lnTo>
                <a:lnTo>
                  <a:pt x="396551" y="104412"/>
                </a:lnTo>
                <a:lnTo>
                  <a:pt x="355415" y="127514"/>
                </a:lnTo>
                <a:lnTo>
                  <a:pt x="316020" y="152611"/>
                </a:lnTo>
                <a:lnTo>
                  <a:pt x="278462" y="179619"/>
                </a:lnTo>
                <a:lnTo>
                  <a:pt x="242839" y="208454"/>
                </a:lnTo>
                <a:lnTo>
                  <a:pt x="209248" y="239034"/>
                </a:lnTo>
                <a:lnTo>
                  <a:pt x="177786" y="271275"/>
                </a:lnTo>
                <a:lnTo>
                  <a:pt x="148550" y="305094"/>
                </a:lnTo>
                <a:lnTo>
                  <a:pt x="121637" y="340406"/>
                </a:lnTo>
                <a:lnTo>
                  <a:pt x="97144" y="377130"/>
                </a:lnTo>
                <a:lnTo>
                  <a:pt x="75169" y="415181"/>
                </a:lnTo>
                <a:lnTo>
                  <a:pt x="55809" y="454477"/>
                </a:lnTo>
                <a:lnTo>
                  <a:pt x="39161" y="494933"/>
                </a:lnTo>
                <a:lnTo>
                  <a:pt x="25322" y="536467"/>
                </a:lnTo>
                <a:lnTo>
                  <a:pt x="14389" y="578994"/>
                </a:lnTo>
                <a:lnTo>
                  <a:pt x="6460" y="622432"/>
                </a:lnTo>
                <a:lnTo>
                  <a:pt x="1631" y="666698"/>
                </a:lnTo>
                <a:lnTo>
                  <a:pt x="0" y="711707"/>
                </a:lnTo>
                <a:lnTo>
                  <a:pt x="1631" y="756717"/>
                </a:lnTo>
                <a:lnTo>
                  <a:pt x="6460" y="800983"/>
                </a:lnTo>
                <a:lnTo>
                  <a:pt x="14389" y="844421"/>
                </a:lnTo>
                <a:lnTo>
                  <a:pt x="25322" y="886948"/>
                </a:lnTo>
                <a:lnTo>
                  <a:pt x="39161" y="928482"/>
                </a:lnTo>
                <a:lnTo>
                  <a:pt x="55809" y="968938"/>
                </a:lnTo>
                <a:lnTo>
                  <a:pt x="75169" y="1008234"/>
                </a:lnTo>
                <a:lnTo>
                  <a:pt x="97144" y="1046285"/>
                </a:lnTo>
                <a:lnTo>
                  <a:pt x="121637" y="1083009"/>
                </a:lnTo>
                <a:lnTo>
                  <a:pt x="148550" y="1118321"/>
                </a:lnTo>
                <a:lnTo>
                  <a:pt x="177786" y="1152140"/>
                </a:lnTo>
                <a:lnTo>
                  <a:pt x="209248" y="1184381"/>
                </a:lnTo>
                <a:lnTo>
                  <a:pt x="242839" y="1214961"/>
                </a:lnTo>
                <a:lnTo>
                  <a:pt x="278462" y="1243796"/>
                </a:lnTo>
                <a:lnTo>
                  <a:pt x="316020" y="1270804"/>
                </a:lnTo>
                <a:lnTo>
                  <a:pt x="355415" y="1295901"/>
                </a:lnTo>
                <a:lnTo>
                  <a:pt x="396551" y="1319003"/>
                </a:lnTo>
                <a:lnTo>
                  <a:pt x="439330" y="1340028"/>
                </a:lnTo>
                <a:lnTo>
                  <a:pt x="483655" y="1358891"/>
                </a:lnTo>
                <a:lnTo>
                  <a:pt x="529428" y="1375509"/>
                </a:lnTo>
                <a:lnTo>
                  <a:pt x="576554" y="1389800"/>
                </a:lnTo>
                <a:lnTo>
                  <a:pt x="624933" y="1401679"/>
                </a:lnTo>
                <a:lnTo>
                  <a:pt x="674471" y="1411064"/>
                </a:lnTo>
                <a:lnTo>
                  <a:pt x="725068" y="1417870"/>
                </a:lnTo>
                <a:lnTo>
                  <a:pt x="776629" y="1422015"/>
                </a:lnTo>
                <a:lnTo>
                  <a:pt x="829055" y="1423415"/>
                </a:lnTo>
                <a:lnTo>
                  <a:pt x="881482" y="1422015"/>
                </a:lnTo>
                <a:lnTo>
                  <a:pt x="933043" y="1417870"/>
                </a:lnTo>
                <a:lnTo>
                  <a:pt x="983640" y="1411064"/>
                </a:lnTo>
                <a:lnTo>
                  <a:pt x="1033178" y="1401679"/>
                </a:lnTo>
                <a:lnTo>
                  <a:pt x="1081557" y="1389800"/>
                </a:lnTo>
                <a:lnTo>
                  <a:pt x="1128683" y="1375509"/>
                </a:lnTo>
                <a:lnTo>
                  <a:pt x="1174456" y="1358891"/>
                </a:lnTo>
                <a:lnTo>
                  <a:pt x="1218781" y="1340028"/>
                </a:lnTo>
                <a:lnTo>
                  <a:pt x="1261560" y="1319003"/>
                </a:lnTo>
                <a:lnTo>
                  <a:pt x="1302696" y="1295901"/>
                </a:lnTo>
                <a:lnTo>
                  <a:pt x="1342091" y="1270804"/>
                </a:lnTo>
                <a:lnTo>
                  <a:pt x="1379649" y="1243796"/>
                </a:lnTo>
                <a:lnTo>
                  <a:pt x="1415272" y="1214961"/>
                </a:lnTo>
                <a:lnTo>
                  <a:pt x="1448863" y="1184381"/>
                </a:lnTo>
                <a:lnTo>
                  <a:pt x="1480325" y="1152140"/>
                </a:lnTo>
                <a:lnTo>
                  <a:pt x="1509561" y="1118321"/>
                </a:lnTo>
                <a:lnTo>
                  <a:pt x="1536474" y="1083009"/>
                </a:lnTo>
                <a:lnTo>
                  <a:pt x="1560967" y="1046285"/>
                </a:lnTo>
                <a:lnTo>
                  <a:pt x="1582942" y="1008234"/>
                </a:lnTo>
                <a:lnTo>
                  <a:pt x="1602302" y="968938"/>
                </a:lnTo>
                <a:lnTo>
                  <a:pt x="1618950" y="928482"/>
                </a:lnTo>
                <a:lnTo>
                  <a:pt x="1632789" y="886948"/>
                </a:lnTo>
                <a:lnTo>
                  <a:pt x="1643722" y="844421"/>
                </a:lnTo>
                <a:lnTo>
                  <a:pt x="1651651" y="800983"/>
                </a:lnTo>
                <a:lnTo>
                  <a:pt x="1656480" y="756717"/>
                </a:lnTo>
                <a:lnTo>
                  <a:pt x="1658112" y="711707"/>
                </a:lnTo>
                <a:lnTo>
                  <a:pt x="1656480" y="666698"/>
                </a:lnTo>
                <a:lnTo>
                  <a:pt x="1651651" y="622432"/>
                </a:lnTo>
                <a:lnTo>
                  <a:pt x="1643722" y="578994"/>
                </a:lnTo>
                <a:lnTo>
                  <a:pt x="1632789" y="536467"/>
                </a:lnTo>
                <a:lnTo>
                  <a:pt x="1618950" y="494933"/>
                </a:lnTo>
                <a:lnTo>
                  <a:pt x="1602302" y="454477"/>
                </a:lnTo>
                <a:lnTo>
                  <a:pt x="1582942" y="415181"/>
                </a:lnTo>
                <a:lnTo>
                  <a:pt x="1560967" y="377130"/>
                </a:lnTo>
                <a:lnTo>
                  <a:pt x="1536474" y="340406"/>
                </a:lnTo>
                <a:lnTo>
                  <a:pt x="1509561" y="305094"/>
                </a:lnTo>
                <a:lnTo>
                  <a:pt x="1480325" y="271275"/>
                </a:lnTo>
                <a:lnTo>
                  <a:pt x="1448863" y="239034"/>
                </a:lnTo>
                <a:lnTo>
                  <a:pt x="1415272" y="208454"/>
                </a:lnTo>
                <a:lnTo>
                  <a:pt x="1379649" y="179619"/>
                </a:lnTo>
                <a:lnTo>
                  <a:pt x="1342091" y="152611"/>
                </a:lnTo>
                <a:lnTo>
                  <a:pt x="1302696" y="127514"/>
                </a:lnTo>
                <a:lnTo>
                  <a:pt x="1261560" y="104412"/>
                </a:lnTo>
                <a:lnTo>
                  <a:pt x="1218781" y="83387"/>
                </a:lnTo>
                <a:lnTo>
                  <a:pt x="1174456" y="64524"/>
                </a:lnTo>
                <a:lnTo>
                  <a:pt x="1128683" y="47906"/>
                </a:lnTo>
                <a:lnTo>
                  <a:pt x="1081557" y="33615"/>
                </a:lnTo>
                <a:lnTo>
                  <a:pt x="1033178" y="21736"/>
                </a:lnTo>
                <a:lnTo>
                  <a:pt x="983640" y="12351"/>
                </a:lnTo>
                <a:lnTo>
                  <a:pt x="933043" y="5545"/>
                </a:lnTo>
                <a:lnTo>
                  <a:pt x="881482" y="1400"/>
                </a:lnTo>
                <a:lnTo>
                  <a:pt x="829055" y="0"/>
                </a:lnTo>
                <a:close/>
              </a:path>
            </a:pathLst>
          </a:custGeom>
          <a:solidFill>
            <a:srgbClr val="0073CF"/>
          </a:solidFill>
        </p:spPr>
        <p:txBody>
          <a:bodyPr wrap="square" lIns="0" tIns="0" rIns="0" bIns="0" rtlCol="0"/>
          <a:lstStyle/>
          <a:p>
            <a:endParaRPr/>
          </a:p>
        </p:txBody>
      </p:sp>
      <p:sp>
        <p:nvSpPr>
          <p:cNvPr id="12" name="object 12"/>
          <p:cNvSpPr/>
          <p:nvPr/>
        </p:nvSpPr>
        <p:spPr>
          <a:xfrm>
            <a:off x="6456426" y="4633721"/>
            <a:ext cx="1658620" cy="1423670"/>
          </a:xfrm>
          <a:custGeom>
            <a:avLst/>
            <a:gdLst/>
            <a:ahLst/>
            <a:cxnLst/>
            <a:rect l="l" t="t" r="r" b="b"/>
            <a:pathLst>
              <a:path w="1658620" h="1423670">
                <a:moveTo>
                  <a:pt x="0" y="711707"/>
                </a:moveTo>
                <a:lnTo>
                  <a:pt x="1631" y="666698"/>
                </a:lnTo>
                <a:lnTo>
                  <a:pt x="6460" y="622432"/>
                </a:lnTo>
                <a:lnTo>
                  <a:pt x="14389" y="578994"/>
                </a:lnTo>
                <a:lnTo>
                  <a:pt x="25322" y="536467"/>
                </a:lnTo>
                <a:lnTo>
                  <a:pt x="39161" y="494933"/>
                </a:lnTo>
                <a:lnTo>
                  <a:pt x="55809" y="454477"/>
                </a:lnTo>
                <a:lnTo>
                  <a:pt x="75169" y="415181"/>
                </a:lnTo>
                <a:lnTo>
                  <a:pt x="97144" y="377130"/>
                </a:lnTo>
                <a:lnTo>
                  <a:pt x="121637" y="340406"/>
                </a:lnTo>
                <a:lnTo>
                  <a:pt x="148550" y="305094"/>
                </a:lnTo>
                <a:lnTo>
                  <a:pt x="177786" y="271275"/>
                </a:lnTo>
                <a:lnTo>
                  <a:pt x="209248" y="239034"/>
                </a:lnTo>
                <a:lnTo>
                  <a:pt x="242839" y="208454"/>
                </a:lnTo>
                <a:lnTo>
                  <a:pt x="278462" y="179619"/>
                </a:lnTo>
                <a:lnTo>
                  <a:pt x="316020" y="152611"/>
                </a:lnTo>
                <a:lnTo>
                  <a:pt x="355415" y="127514"/>
                </a:lnTo>
                <a:lnTo>
                  <a:pt x="396551" y="104412"/>
                </a:lnTo>
                <a:lnTo>
                  <a:pt x="439330" y="83387"/>
                </a:lnTo>
                <a:lnTo>
                  <a:pt x="483655" y="64524"/>
                </a:lnTo>
                <a:lnTo>
                  <a:pt x="529428" y="47906"/>
                </a:lnTo>
                <a:lnTo>
                  <a:pt x="576554" y="33615"/>
                </a:lnTo>
                <a:lnTo>
                  <a:pt x="624933" y="21736"/>
                </a:lnTo>
                <a:lnTo>
                  <a:pt x="674471" y="12351"/>
                </a:lnTo>
                <a:lnTo>
                  <a:pt x="725068" y="5545"/>
                </a:lnTo>
                <a:lnTo>
                  <a:pt x="776629" y="1400"/>
                </a:lnTo>
                <a:lnTo>
                  <a:pt x="829055" y="0"/>
                </a:lnTo>
                <a:lnTo>
                  <a:pt x="881482" y="1400"/>
                </a:lnTo>
                <a:lnTo>
                  <a:pt x="933043" y="5545"/>
                </a:lnTo>
                <a:lnTo>
                  <a:pt x="983640" y="12351"/>
                </a:lnTo>
                <a:lnTo>
                  <a:pt x="1033178" y="21736"/>
                </a:lnTo>
                <a:lnTo>
                  <a:pt x="1081557" y="33615"/>
                </a:lnTo>
                <a:lnTo>
                  <a:pt x="1128683" y="47906"/>
                </a:lnTo>
                <a:lnTo>
                  <a:pt x="1174456" y="64524"/>
                </a:lnTo>
                <a:lnTo>
                  <a:pt x="1218781" y="83387"/>
                </a:lnTo>
                <a:lnTo>
                  <a:pt x="1261560" y="104412"/>
                </a:lnTo>
                <a:lnTo>
                  <a:pt x="1302696" y="127514"/>
                </a:lnTo>
                <a:lnTo>
                  <a:pt x="1342091" y="152611"/>
                </a:lnTo>
                <a:lnTo>
                  <a:pt x="1379649" y="179619"/>
                </a:lnTo>
                <a:lnTo>
                  <a:pt x="1415272" y="208454"/>
                </a:lnTo>
                <a:lnTo>
                  <a:pt x="1448863" y="239034"/>
                </a:lnTo>
                <a:lnTo>
                  <a:pt x="1480325" y="271275"/>
                </a:lnTo>
                <a:lnTo>
                  <a:pt x="1509561" y="305094"/>
                </a:lnTo>
                <a:lnTo>
                  <a:pt x="1536474" y="340406"/>
                </a:lnTo>
                <a:lnTo>
                  <a:pt x="1560967" y="377130"/>
                </a:lnTo>
                <a:lnTo>
                  <a:pt x="1582942" y="415181"/>
                </a:lnTo>
                <a:lnTo>
                  <a:pt x="1602302" y="454477"/>
                </a:lnTo>
                <a:lnTo>
                  <a:pt x="1618950" y="494933"/>
                </a:lnTo>
                <a:lnTo>
                  <a:pt x="1632789" y="536467"/>
                </a:lnTo>
                <a:lnTo>
                  <a:pt x="1643722" y="578994"/>
                </a:lnTo>
                <a:lnTo>
                  <a:pt x="1651651" y="622432"/>
                </a:lnTo>
                <a:lnTo>
                  <a:pt x="1656480" y="666698"/>
                </a:lnTo>
                <a:lnTo>
                  <a:pt x="1658112" y="711707"/>
                </a:lnTo>
                <a:lnTo>
                  <a:pt x="1656480" y="756717"/>
                </a:lnTo>
                <a:lnTo>
                  <a:pt x="1651651" y="800983"/>
                </a:lnTo>
                <a:lnTo>
                  <a:pt x="1643722" y="844421"/>
                </a:lnTo>
                <a:lnTo>
                  <a:pt x="1632789" y="886948"/>
                </a:lnTo>
                <a:lnTo>
                  <a:pt x="1618950" y="928482"/>
                </a:lnTo>
                <a:lnTo>
                  <a:pt x="1602302" y="968938"/>
                </a:lnTo>
                <a:lnTo>
                  <a:pt x="1582942" y="1008234"/>
                </a:lnTo>
                <a:lnTo>
                  <a:pt x="1560967" y="1046285"/>
                </a:lnTo>
                <a:lnTo>
                  <a:pt x="1536474" y="1083009"/>
                </a:lnTo>
                <a:lnTo>
                  <a:pt x="1509561" y="1118321"/>
                </a:lnTo>
                <a:lnTo>
                  <a:pt x="1480325" y="1152140"/>
                </a:lnTo>
                <a:lnTo>
                  <a:pt x="1448863" y="1184381"/>
                </a:lnTo>
                <a:lnTo>
                  <a:pt x="1415272" y="1214961"/>
                </a:lnTo>
                <a:lnTo>
                  <a:pt x="1379649" y="1243796"/>
                </a:lnTo>
                <a:lnTo>
                  <a:pt x="1342091" y="1270804"/>
                </a:lnTo>
                <a:lnTo>
                  <a:pt x="1302696" y="1295901"/>
                </a:lnTo>
                <a:lnTo>
                  <a:pt x="1261560" y="1319003"/>
                </a:lnTo>
                <a:lnTo>
                  <a:pt x="1218781" y="1340028"/>
                </a:lnTo>
                <a:lnTo>
                  <a:pt x="1174456" y="1358891"/>
                </a:lnTo>
                <a:lnTo>
                  <a:pt x="1128683" y="1375509"/>
                </a:lnTo>
                <a:lnTo>
                  <a:pt x="1081557" y="1389800"/>
                </a:lnTo>
                <a:lnTo>
                  <a:pt x="1033178" y="1401679"/>
                </a:lnTo>
                <a:lnTo>
                  <a:pt x="983640" y="1411064"/>
                </a:lnTo>
                <a:lnTo>
                  <a:pt x="933043" y="1417870"/>
                </a:lnTo>
                <a:lnTo>
                  <a:pt x="881482" y="1422015"/>
                </a:lnTo>
                <a:lnTo>
                  <a:pt x="829055" y="1423415"/>
                </a:lnTo>
                <a:lnTo>
                  <a:pt x="776629" y="1422015"/>
                </a:lnTo>
                <a:lnTo>
                  <a:pt x="725068" y="1417870"/>
                </a:lnTo>
                <a:lnTo>
                  <a:pt x="674471" y="1411064"/>
                </a:lnTo>
                <a:lnTo>
                  <a:pt x="624933" y="1401679"/>
                </a:lnTo>
                <a:lnTo>
                  <a:pt x="576554" y="1389800"/>
                </a:lnTo>
                <a:lnTo>
                  <a:pt x="529428" y="1375509"/>
                </a:lnTo>
                <a:lnTo>
                  <a:pt x="483655" y="1358891"/>
                </a:lnTo>
                <a:lnTo>
                  <a:pt x="439330" y="1340028"/>
                </a:lnTo>
                <a:lnTo>
                  <a:pt x="396551" y="1319003"/>
                </a:lnTo>
                <a:lnTo>
                  <a:pt x="355415" y="1295901"/>
                </a:lnTo>
                <a:lnTo>
                  <a:pt x="316020" y="1270804"/>
                </a:lnTo>
                <a:lnTo>
                  <a:pt x="278462" y="1243796"/>
                </a:lnTo>
                <a:lnTo>
                  <a:pt x="242839" y="1214961"/>
                </a:lnTo>
                <a:lnTo>
                  <a:pt x="209248" y="1184381"/>
                </a:lnTo>
                <a:lnTo>
                  <a:pt x="177786" y="1152140"/>
                </a:lnTo>
                <a:lnTo>
                  <a:pt x="148550" y="1118321"/>
                </a:lnTo>
                <a:lnTo>
                  <a:pt x="121637" y="1083009"/>
                </a:lnTo>
                <a:lnTo>
                  <a:pt x="97144" y="1046285"/>
                </a:lnTo>
                <a:lnTo>
                  <a:pt x="75169" y="1008234"/>
                </a:lnTo>
                <a:lnTo>
                  <a:pt x="55809" y="968938"/>
                </a:lnTo>
                <a:lnTo>
                  <a:pt x="39161" y="928482"/>
                </a:lnTo>
                <a:lnTo>
                  <a:pt x="25322" y="886948"/>
                </a:lnTo>
                <a:lnTo>
                  <a:pt x="14389" y="844421"/>
                </a:lnTo>
                <a:lnTo>
                  <a:pt x="6460" y="800983"/>
                </a:lnTo>
                <a:lnTo>
                  <a:pt x="1631" y="756717"/>
                </a:lnTo>
                <a:lnTo>
                  <a:pt x="0" y="711707"/>
                </a:lnTo>
                <a:close/>
              </a:path>
            </a:pathLst>
          </a:custGeom>
          <a:ln w="25400">
            <a:solidFill>
              <a:srgbClr val="FFFFFF"/>
            </a:solidFill>
          </a:ln>
        </p:spPr>
        <p:txBody>
          <a:bodyPr wrap="square" lIns="0" tIns="0" rIns="0" bIns="0" rtlCol="0"/>
          <a:lstStyle/>
          <a:p>
            <a:endParaRPr/>
          </a:p>
        </p:txBody>
      </p:sp>
      <p:sp>
        <p:nvSpPr>
          <p:cNvPr id="13" name="object 13"/>
          <p:cNvSpPr txBox="1"/>
          <p:nvPr/>
        </p:nvSpPr>
        <p:spPr>
          <a:xfrm>
            <a:off x="6883145" y="5156072"/>
            <a:ext cx="803275" cy="330835"/>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FFFFFF"/>
                </a:solidFill>
                <a:latin typeface="Arial"/>
                <a:cs typeface="Arial"/>
              </a:rPr>
              <a:t>Rev</a:t>
            </a:r>
            <a:r>
              <a:rPr sz="2000" spc="-10" dirty="0">
                <a:solidFill>
                  <a:srgbClr val="FFFFFF"/>
                </a:solidFill>
                <a:latin typeface="Arial"/>
                <a:cs typeface="Arial"/>
              </a:rPr>
              <a:t>i</a:t>
            </a:r>
            <a:r>
              <a:rPr sz="2000" dirty="0">
                <a:solidFill>
                  <a:srgbClr val="FFFFFF"/>
                </a:solidFill>
                <a:latin typeface="Arial"/>
                <a:cs typeface="Arial"/>
              </a:rPr>
              <a:t>se</a:t>
            </a:r>
            <a:endParaRPr sz="2000">
              <a:latin typeface="Arial"/>
              <a:cs typeface="Arial"/>
            </a:endParaRPr>
          </a:p>
        </p:txBody>
      </p:sp>
      <p:sp>
        <p:nvSpPr>
          <p:cNvPr id="14" name="object 14"/>
          <p:cNvSpPr/>
          <p:nvPr/>
        </p:nvSpPr>
        <p:spPr>
          <a:xfrm>
            <a:off x="5792723" y="5085588"/>
            <a:ext cx="576580" cy="480059"/>
          </a:xfrm>
          <a:custGeom>
            <a:avLst/>
            <a:gdLst/>
            <a:ahLst/>
            <a:cxnLst/>
            <a:rect l="l" t="t" r="r" b="b"/>
            <a:pathLst>
              <a:path w="576579" h="480060">
                <a:moveTo>
                  <a:pt x="240029" y="0"/>
                </a:moveTo>
                <a:lnTo>
                  <a:pt x="0" y="240030"/>
                </a:lnTo>
                <a:lnTo>
                  <a:pt x="240029" y="480059"/>
                </a:lnTo>
                <a:lnTo>
                  <a:pt x="240029" y="384048"/>
                </a:lnTo>
                <a:lnTo>
                  <a:pt x="576072" y="384048"/>
                </a:lnTo>
                <a:lnTo>
                  <a:pt x="576072" y="96012"/>
                </a:lnTo>
                <a:lnTo>
                  <a:pt x="240029" y="96012"/>
                </a:lnTo>
                <a:lnTo>
                  <a:pt x="240029" y="0"/>
                </a:lnTo>
                <a:close/>
              </a:path>
            </a:pathLst>
          </a:custGeom>
          <a:solidFill>
            <a:srgbClr val="AABBE3"/>
          </a:solidFill>
        </p:spPr>
        <p:txBody>
          <a:bodyPr wrap="square" lIns="0" tIns="0" rIns="0" bIns="0" rtlCol="0"/>
          <a:lstStyle/>
          <a:p>
            <a:endParaRPr/>
          </a:p>
        </p:txBody>
      </p:sp>
      <p:sp>
        <p:nvSpPr>
          <p:cNvPr id="15" name="object 15"/>
          <p:cNvSpPr/>
          <p:nvPr/>
        </p:nvSpPr>
        <p:spPr>
          <a:xfrm>
            <a:off x="4008882" y="4633721"/>
            <a:ext cx="1658620" cy="1423670"/>
          </a:xfrm>
          <a:custGeom>
            <a:avLst/>
            <a:gdLst/>
            <a:ahLst/>
            <a:cxnLst/>
            <a:rect l="l" t="t" r="r" b="b"/>
            <a:pathLst>
              <a:path w="1658620" h="1423670">
                <a:moveTo>
                  <a:pt x="829055" y="0"/>
                </a:moveTo>
                <a:lnTo>
                  <a:pt x="776629" y="1400"/>
                </a:lnTo>
                <a:lnTo>
                  <a:pt x="725068" y="5545"/>
                </a:lnTo>
                <a:lnTo>
                  <a:pt x="674471" y="12351"/>
                </a:lnTo>
                <a:lnTo>
                  <a:pt x="624933" y="21736"/>
                </a:lnTo>
                <a:lnTo>
                  <a:pt x="576554" y="33615"/>
                </a:lnTo>
                <a:lnTo>
                  <a:pt x="529428" y="47906"/>
                </a:lnTo>
                <a:lnTo>
                  <a:pt x="483655" y="64524"/>
                </a:lnTo>
                <a:lnTo>
                  <a:pt x="439330" y="83387"/>
                </a:lnTo>
                <a:lnTo>
                  <a:pt x="396551" y="104412"/>
                </a:lnTo>
                <a:lnTo>
                  <a:pt x="355415" y="127514"/>
                </a:lnTo>
                <a:lnTo>
                  <a:pt x="316020" y="152611"/>
                </a:lnTo>
                <a:lnTo>
                  <a:pt x="278462" y="179619"/>
                </a:lnTo>
                <a:lnTo>
                  <a:pt x="242839" y="208454"/>
                </a:lnTo>
                <a:lnTo>
                  <a:pt x="209248" y="239034"/>
                </a:lnTo>
                <a:lnTo>
                  <a:pt x="177786" y="271275"/>
                </a:lnTo>
                <a:lnTo>
                  <a:pt x="148550" y="305094"/>
                </a:lnTo>
                <a:lnTo>
                  <a:pt x="121637" y="340406"/>
                </a:lnTo>
                <a:lnTo>
                  <a:pt x="97144" y="377130"/>
                </a:lnTo>
                <a:lnTo>
                  <a:pt x="75169" y="415181"/>
                </a:lnTo>
                <a:lnTo>
                  <a:pt x="55809" y="454477"/>
                </a:lnTo>
                <a:lnTo>
                  <a:pt x="39161" y="494933"/>
                </a:lnTo>
                <a:lnTo>
                  <a:pt x="25322" y="536467"/>
                </a:lnTo>
                <a:lnTo>
                  <a:pt x="14389" y="578994"/>
                </a:lnTo>
                <a:lnTo>
                  <a:pt x="6460" y="622432"/>
                </a:lnTo>
                <a:lnTo>
                  <a:pt x="1631" y="666698"/>
                </a:lnTo>
                <a:lnTo>
                  <a:pt x="0" y="711707"/>
                </a:lnTo>
                <a:lnTo>
                  <a:pt x="1631" y="756717"/>
                </a:lnTo>
                <a:lnTo>
                  <a:pt x="6460" y="800983"/>
                </a:lnTo>
                <a:lnTo>
                  <a:pt x="14389" y="844421"/>
                </a:lnTo>
                <a:lnTo>
                  <a:pt x="25322" y="886948"/>
                </a:lnTo>
                <a:lnTo>
                  <a:pt x="39161" y="928482"/>
                </a:lnTo>
                <a:lnTo>
                  <a:pt x="55809" y="968938"/>
                </a:lnTo>
                <a:lnTo>
                  <a:pt x="75169" y="1008234"/>
                </a:lnTo>
                <a:lnTo>
                  <a:pt x="97144" y="1046285"/>
                </a:lnTo>
                <a:lnTo>
                  <a:pt x="121637" y="1083009"/>
                </a:lnTo>
                <a:lnTo>
                  <a:pt x="148550" y="1118321"/>
                </a:lnTo>
                <a:lnTo>
                  <a:pt x="177786" y="1152140"/>
                </a:lnTo>
                <a:lnTo>
                  <a:pt x="209248" y="1184381"/>
                </a:lnTo>
                <a:lnTo>
                  <a:pt x="242839" y="1214961"/>
                </a:lnTo>
                <a:lnTo>
                  <a:pt x="278462" y="1243796"/>
                </a:lnTo>
                <a:lnTo>
                  <a:pt x="316020" y="1270804"/>
                </a:lnTo>
                <a:lnTo>
                  <a:pt x="355415" y="1295901"/>
                </a:lnTo>
                <a:lnTo>
                  <a:pt x="396551" y="1319003"/>
                </a:lnTo>
                <a:lnTo>
                  <a:pt x="439330" y="1340028"/>
                </a:lnTo>
                <a:lnTo>
                  <a:pt x="483655" y="1358891"/>
                </a:lnTo>
                <a:lnTo>
                  <a:pt x="529428" y="1375509"/>
                </a:lnTo>
                <a:lnTo>
                  <a:pt x="576554" y="1389800"/>
                </a:lnTo>
                <a:lnTo>
                  <a:pt x="624933" y="1401679"/>
                </a:lnTo>
                <a:lnTo>
                  <a:pt x="674471" y="1411064"/>
                </a:lnTo>
                <a:lnTo>
                  <a:pt x="725068" y="1417870"/>
                </a:lnTo>
                <a:lnTo>
                  <a:pt x="776629" y="1422015"/>
                </a:lnTo>
                <a:lnTo>
                  <a:pt x="829055" y="1423415"/>
                </a:lnTo>
                <a:lnTo>
                  <a:pt x="881482" y="1422015"/>
                </a:lnTo>
                <a:lnTo>
                  <a:pt x="933043" y="1417870"/>
                </a:lnTo>
                <a:lnTo>
                  <a:pt x="983640" y="1411064"/>
                </a:lnTo>
                <a:lnTo>
                  <a:pt x="1033178" y="1401679"/>
                </a:lnTo>
                <a:lnTo>
                  <a:pt x="1081557" y="1389800"/>
                </a:lnTo>
                <a:lnTo>
                  <a:pt x="1128683" y="1375509"/>
                </a:lnTo>
                <a:lnTo>
                  <a:pt x="1174456" y="1358891"/>
                </a:lnTo>
                <a:lnTo>
                  <a:pt x="1218781" y="1340028"/>
                </a:lnTo>
                <a:lnTo>
                  <a:pt x="1261560" y="1319003"/>
                </a:lnTo>
                <a:lnTo>
                  <a:pt x="1302696" y="1295901"/>
                </a:lnTo>
                <a:lnTo>
                  <a:pt x="1342091" y="1270804"/>
                </a:lnTo>
                <a:lnTo>
                  <a:pt x="1379649" y="1243796"/>
                </a:lnTo>
                <a:lnTo>
                  <a:pt x="1415272" y="1214961"/>
                </a:lnTo>
                <a:lnTo>
                  <a:pt x="1448863" y="1184381"/>
                </a:lnTo>
                <a:lnTo>
                  <a:pt x="1480325" y="1152140"/>
                </a:lnTo>
                <a:lnTo>
                  <a:pt x="1509561" y="1118321"/>
                </a:lnTo>
                <a:lnTo>
                  <a:pt x="1536474" y="1083009"/>
                </a:lnTo>
                <a:lnTo>
                  <a:pt x="1560967" y="1046285"/>
                </a:lnTo>
                <a:lnTo>
                  <a:pt x="1582942" y="1008234"/>
                </a:lnTo>
                <a:lnTo>
                  <a:pt x="1602302" y="968938"/>
                </a:lnTo>
                <a:lnTo>
                  <a:pt x="1618950" y="928482"/>
                </a:lnTo>
                <a:lnTo>
                  <a:pt x="1632789" y="886948"/>
                </a:lnTo>
                <a:lnTo>
                  <a:pt x="1643722" y="844421"/>
                </a:lnTo>
                <a:lnTo>
                  <a:pt x="1651651" y="800983"/>
                </a:lnTo>
                <a:lnTo>
                  <a:pt x="1656480" y="756717"/>
                </a:lnTo>
                <a:lnTo>
                  <a:pt x="1658112" y="711707"/>
                </a:lnTo>
                <a:lnTo>
                  <a:pt x="1656480" y="666698"/>
                </a:lnTo>
                <a:lnTo>
                  <a:pt x="1651651" y="622432"/>
                </a:lnTo>
                <a:lnTo>
                  <a:pt x="1643722" y="578994"/>
                </a:lnTo>
                <a:lnTo>
                  <a:pt x="1632789" y="536467"/>
                </a:lnTo>
                <a:lnTo>
                  <a:pt x="1618950" y="494933"/>
                </a:lnTo>
                <a:lnTo>
                  <a:pt x="1602302" y="454477"/>
                </a:lnTo>
                <a:lnTo>
                  <a:pt x="1582942" y="415181"/>
                </a:lnTo>
                <a:lnTo>
                  <a:pt x="1560967" y="377130"/>
                </a:lnTo>
                <a:lnTo>
                  <a:pt x="1536474" y="340406"/>
                </a:lnTo>
                <a:lnTo>
                  <a:pt x="1509561" y="305094"/>
                </a:lnTo>
                <a:lnTo>
                  <a:pt x="1480325" y="271275"/>
                </a:lnTo>
                <a:lnTo>
                  <a:pt x="1448863" y="239034"/>
                </a:lnTo>
                <a:lnTo>
                  <a:pt x="1415272" y="208454"/>
                </a:lnTo>
                <a:lnTo>
                  <a:pt x="1379649" y="179619"/>
                </a:lnTo>
                <a:lnTo>
                  <a:pt x="1342091" y="152611"/>
                </a:lnTo>
                <a:lnTo>
                  <a:pt x="1302696" y="127514"/>
                </a:lnTo>
                <a:lnTo>
                  <a:pt x="1261560" y="104412"/>
                </a:lnTo>
                <a:lnTo>
                  <a:pt x="1218781" y="83387"/>
                </a:lnTo>
                <a:lnTo>
                  <a:pt x="1174456" y="64524"/>
                </a:lnTo>
                <a:lnTo>
                  <a:pt x="1128683" y="47906"/>
                </a:lnTo>
                <a:lnTo>
                  <a:pt x="1081557" y="33615"/>
                </a:lnTo>
                <a:lnTo>
                  <a:pt x="1033178" y="21736"/>
                </a:lnTo>
                <a:lnTo>
                  <a:pt x="983640" y="12351"/>
                </a:lnTo>
                <a:lnTo>
                  <a:pt x="933043" y="5545"/>
                </a:lnTo>
                <a:lnTo>
                  <a:pt x="881482" y="1400"/>
                </a:lnTo>
                <a:lnTo>
                  <a:pt x="829055" y="0"/>
                </a:lnTo>
                <a:close/>
              </a:path>
            </a:pathLst>
          </a:custGeom>
          <a:solidFill>
            <a:srgbClr val="0073CF"/>
          </a:solidFill>
        </p:spPr>
        <p:txBody>
          <a:bodyPr wrap="square" lIns="0" tIns="0" rIns="0" bIns="0" rtlCol="0"/>
          <a:lstStyle/>
          <a:p>
            <a:endParaRPr/>
          </a:p>
        </p:txBody>
      </p:sp>
      <p:sp>
        <p:nvSpPr>
          <p:cNvPr id="16" name="object 16"/>
          <p:cNvSpPr/>
          <p:nvPr/>
        </p:nvSpPr>
        <p:spPr>
          <a:xfrm>
            <a:off x="4008882" y="4633721"/>
            <a:ext cx="1658620" cy="1423670"/>
          </a:xfrm>
          <a:custGeom>
            <a:avLst/>
            <a:gdLst/>
            <a:ahLst/>
            <a:cxnLst/>
            <a:rect l="l" t="t" r="r" b="b"/>
            <a:pathLst>
              <a:path w="1658620" h="1423670">
                <a:moveTo>
                  <a:pt x="0" y="711707"/>
                </a:moveTo>
                <a:lnTo>
                  <a:pt x="1631" y="666698"/>
                </a:lnTo>
                <a:lnTo>
                  <a:pt x="6460" y="622432"/>
                </a:lnTo>
                <a:lnTo>
                  <a:pt x="14389" y="578994"/>
                </a:lnTo>
                <a:lnTo>
                  <a:pt x="25322" y="536467"/>
                </a:lnTo>
                <a:lnTo>
                  <a:pt x="39161" y="494933"/>
                </a:lnTo>
                <a:lnTo>
                  <a:pt x="55809" y="454477"/>
                </a:lnTo>
                <a:lnTo>
                  <a:pt x="75169" y="415181"/>
                </a:lnTo>
                <a:lnTo>
                  <a:pt x="97144" y="377130"/>
                </a:lnTo>
                <a:lnTo>
                  <a:pt x="121637" y="340406"/>
                </a:lnTo>
                <a:lnTo>
                  <a:pt x="148550" y="305094"/>
                </a:lnTo>
                <a:lnTo>
                  <a:pt x="177786" y="271275"/>
                </a:lnTo>
                <a:lnTo>
                  <a:pt x="209248" y="239034"/>
                </a:lnTo>
                <a:lnTo>
                  <a:pt x="242839" y="208454"/>
                </a:lnTo>
                <a:lnTo>
                  <a:pt x="278462" y="179619"/>
                </a:lnTo>
                <a:lnTo>
                  <a:pt x="316020" y="152611"/>
                </a:lnTo>
                <a:lnTo>
                  <a:pt x="355415" y="127514"/>
                </a:lnTo>
                <a:lnTo>
                  <a:pt x="396551" y="104412"/>
                </a:lnTo>
                <a:lnTo>
                  <a:pt x="439330" y="83387"/>
                </a:lnTo>
                <a:lnTo>
                  <a:pt x="483655" y="64524"/>
                </a:lnTo>
                <a:lnTo>
                  <a:pt x="529428" y="47906"/>
                </a:lnTo>
                <a:lnTo>
                  <a:pt x="576554" y="33615"/>
                </a:lnTo>
                <a:lnTo>
                  <a:pt x="624933" y="21736"/>
                </a:lnTo>
                <a:lnTo>
                  <a:pt x="674471" y="12351"/>
                </a:lnTo>
                <a:lnTo>
                  <a:pt x="725068" y="5545"/>
                </a:lnTo>
                <a:lnTo>
                  <a:pt x="776629" y="1400"/>
                </a:lnTo>
                <a:lnTo>
                  <a:pt x="829055" y="0"/>
                </a:lnTo>
                <a:lnTo>
                  <a:pt x="881482" y="1400"/>
                </a:lnTo>
                <a:lnTo>
                  <a:pt x="933043" y="5545"/>
                </a:lnTo>
                <a:lnTo>
                  <a:pt x="983640" y="12351"/>
                </a:lnTo>
                <a:lnTo>
                  <a:pt x="1033178" y="21736"/>
                </a:lnTo>
                <a:lnTo>
                  <a:pt x="1081557" y="33615"/>
                </a:lnTo>
                <a:lnTo>
                  <a:pt x="1128683" y="47906"/>
                </a:lnTo>
                <a:lnTo>
                  <a:pt x="1174456" y="64524"/>
                </a:lnTo>
                <a:lnTo>
                  <a:pt x="1218781" y="83387"/>
                </a:lnTo>
                <a:lnTo>
                  <a:pt x="1261560" y="104412"/>
                </a:lnTo>
                <a:lnTo>
                  <a:pt x="1302696" y="127514"/>
                </a:lnTo>
                <a:lnTo>
                  <a:pt x="1342091" y="152611"/>
                </a:lnTo>
                <a:lnTo>
                  <a:pt x="1379649" y="179619"/>
                </a:lnTo>
                <a:lnTo>
                  <a:pt x="1415272" y="208454"/>
                </a:lnTo>
                <a:lnTo>
                  <a:pt x="1448863" y="239034"/>
                </a:lnTo>
                <a:lnTo>
                  <a:pt x="1480325" y="271275"/>
                </a:lnTo>
                <a:lnTo>
                  <a:pt x="1509561" y="305094"/>
                </a:lnTo>
                <a:lnTo>
                  <a:pt x="1536474" y="340406"/>
                </a:lnTo>
                <a:lnTo>
                  <a:pt x="1560967" y="377130"/>
                </a:lnTo>
                <a:lnTo>
                  <a:pt x="1582942" y="415181"/>
                </a:lnTo>
                <a:lnTo>
                  <a:pt x="1602302" y="454477"/>
                </a:lnTo>
                <a:lnTo>
                  <a:pt x="1618950" y="494933"/>
                </a:lnTo>
                <a:lnTo>
                  <a:pt x="1632789" y="536467"/>
                </a:lnTo>
                <a:lnTo>
                  <a:pt x="1643722" y="578994"/>
                </a:lnTo>
                <a:lnTo>
                  <a:pt x="1651651" y="622432"/>
                </a:lnTo>
                <a:lnTo>
                  <a:pt x="1656480" y="666698"/>
                </a:lnTo>
                <a:lnTo>
                  <a:pt x="1658112" y="711707"/>
                </a:lnTo>
                <a:lnTo>
                  <a:pt x="1656480" y="756717"/>
                </a:lnTo>
                <a:lnTo>
                  <a:pt x="1651651" y="800983"/>
                </a:lnTo>
                <a:lnTo>
                  <a:pt x="1643722" y="844421"/>
                </a:lnTo>
                <a:lnTo>
                  <a:pt x="1632789" y="886948"/>
                </a:lnTo>
                <a:lnTo>
                  <a:pt x="1618950" y="928482"/>
                </a:lnTo>
                <a:lnTo>
                  <a:pt x="1602302" y="968938"/>
                </a:lnTo>
                <a:lnTo>
                  <a:pt x="1582942" y="1008234"/>
                </a:lnTo>
                <a:lnTo>
                  <a:pt x="1560967" y="1046285"/>
                </a:lnTo>
                <a:lnTo>
                  <a:pt x="1536474" y="1083009"/>
                </a:lnTo>
                <a:lnTo>
                  <a:pt x="1509561" y="1118321"/>
                </a:lnTo>
                <a:lnTo>
                  <a:pt x="1480325" y="1152140"/>
                </a:lnTo>
                <a:lnTo>
                  <a:pt x="1448863" y="1184381"/>
                </a:lnTo>
                <a:lnTo>
                  <a:pt x="1415272" y="1214961"/>
                </a:lnTo>
                <a:lnTo>
                  <a:pt x="1379649" y="1243796"/>
                </a:lnTo>
                <a:lnTo>
                  <a:pt x="1342091" y="1270804"/>
                </a:lnTo>
                <a:lnTo>
                  <a:pt x="1302696" y="1295901"/>
                </a:lnTo>
                <a:lnTo>
                  <a:pt x="1261560" y="1319003"/>
                </a:lnTo>
                <a:lnTo>
                  <a:pt x="1218781" y="1340028"/>
                </a:lnTo>
                <a:lnTo>
                  <a:pt x="1174456" y="1358891"/>
                </a:lnTo>
                <a:lnTo>
                  <a:pt x="1128683" y="1375509"/>
                </a:lnTo>
                <a:lnTo>
                  <a:pt x="1081557" y="1389800"/>
                </a:lnTo>
                <a:lnTo>
                  <a:pt x="1033178" y="1401679"/>
                </a:lnTo>
                <a:lnTo>
                  <a:pt x="983640" y="1411064"/>
                </a:lnTo>
                <a:lnTo>
                  <a:pt x="933043" y="1417870"/>
                </a:lnTo>
                <a:lnTo>
                  <a:pt x="881482" y="1422015"/>
                </a:lnTo>
                <a:lnTo>
                  <a:pt x="829055" y="1423415"/>
                </a:lnTo>
                <a:lnTo>
                  <a:pt x="776629" y="1422015"/>
                </a:lnTo>
                <a:lnTo>
                  <a:pt x="725068" y="1417870"/>
                </a:lnTo>
                <a:lnTo>
                  <a:pt x="674471" y="1411064"/>
                </a:lnTo>
                <a:lnTo>
                  <a:pt x="624933" y="1401679"/>
                </a:lnTo>
                <a:lnTo>
                  <a:pt x="576554" y="1389800"/>
                </a:lnTo>
                <a:lnTo>
                  <a:pt x="529428" y="1375509"/>
                </a:lnTo>
                <a:lnTo>
                  <a:pt x="483655" y="1358891"/>
                </a:lnTo>
                <a:lnTo>
                  <a:pt x="439330" y="1340028"/>
                </a:lnTo>
                <a:lnTo>
                  <a:pt x="396551" y="1319003"/>
                </a:lnTo>
                <a:lnTo>
                  <a:pt x="355415" y="1295901"/>
                </a:lnTo>
                <a:lnTo>
                  <a:pt x="316020" y="1270804"/>
                </a:lnTo>
                <a:lnTo>
                  <a:pt x="278462" y="1243796"/>
                </a:lnTo>
                <a:lnTo>
                  <a:pt x="242839" y="1214961"/>
                </a:lnTo>
                <a:lnTo>
                  <a:pt x="209248" y="1184381"/>
                </a:lnTo>
                <a:lnTo>
                  <a:pt x="177786" y="1152140"/>
                </a:lnTo>
                <a:lnTo>
                  <a:pt x="148550" y="1118321"/>
                </a:lnTo>
                <a:lnTo>
                  <a:pt x="121637" y="1083009"/>
                </a:lnTo>
                <a:lnTo>
                  <a:pt x="97144" y="1046285"/>
                </a:lnTo>
                <a:lnTo>
                  <a:pt x="75169" y="1008234"/>
                </a:lnTo>
                <a:lnTo>
                  <a:pt x="55809" y="968938"/>
                </a:lnTo>
                <a:lnTo>
                  <a:pt x="39161" y="928482"/>
                </a:lnTo>
                <a:lnTo>
                  <a:pt x="25322" y="886948"/>
                </a:lnTo>
                <a:lnTo>
                  <a:pt x="14389" y="844421"/>
                </a:lnTo>
                <a:lnTo>
                  <a:pt x="6460" y="800983"/>
                </a:lnTo>
                <a:lnTo>
                  <a:pt x="1631" y="756717"/>
                </a:lnTo>
                <a:lnTo>
                  <a:pt x="0" y="711707"/>
                </a:lnTo>
                <a:close/>
              </a:path>
            </a:pathLst>
          </a:custGeom>
          <a:ln w="25400">
            <a:solidFill>
              <a:srgbClr val="FFFFFF"/>
            </a:solidFill>
          </a:ln>
        </p:spPr>
        <p:txBody>
          <a:bodyPr wrap="square" lIns="0" tIns="0" rIns="0" bIns="0" rtlCol="0"/>
          <a:lstStyle/>
          <a:p>
            <a:endParaRPr/>
          </a:p>
        </p:txBody>
      </p:sp>
      <p:sp>
        <p:nvSpPr>
          <p:cNvPr id="17" name="object 17"/>
          <p:cNvSpPr txBox="1"/>
          <p:nvPr/>
        </p:nvSpPr>
        <p:spPr>
          <a:xfrm>
            <a:off x="4385817" y="5156072"/>
            <a:ext cx="903605" cy="330835"/>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FFFFFF"/>
                </a:solidFill>
                <a:latin typeface="Arial"/>
                <a:cs typeface="Arial"/>
              </a:rPr>
              <a:t>Pre</a:t>
            </a:r>
            <a:r>
              <a:rPr sz="2000" spc="5" dirty="0">
                <a:solidFill>
                  <a:srgbClr val="FFFFFF"/>
                </a:solidFill>
                <a:latin typeface="Arial"/>
                <a:cs typeface="Arial"/>
              </a:rPr>
              <a:t>s</a:t>
            </a:r>
            <a:r>
              <a:rPr sz="2000" dirty="0">
                <a:solidFill>
                  <a:srgbClr val="FFFFFF"/>
                </a:solidFill>
                <a:latin typeface="Arial"/>
                <a:cs typeface="Arial"/>
              </a:rPr>
              <a:t>ent</a:t>
            </a:r>
            <a:endParaRPr sz="2000">
              <a:latin typeface="Arial"/>
              <a:cs typeface="Arial"/>
            </a:endParaRPr>
          </a:p>
        </p:txBody>
      </p:sp>
      <p:sp>
        <p:nvSpPr>
          <p:cNvPr id="18" name="object 18"/>
          <p:cNvSpPr/>
          <p:nvPr/>
        </p:nvSpPr>
        <p:spPr>
          <a:xfrm>
            <a:off x="4366259" y="4090161"/>
            <a:ext cx="468630" cy="526415"/>
          </a:xfrm>
          <a:custGeom>
            <a:avLst/>
            <a:gdLst/>
            <a:ahLst/>
            <a:cxnLst/>
            <a:rect l="l" t="t" r="r" b="b"/>
            <a:pathLst>
              <a:path w="468629" h="526414">
                <a:moveTo>
                  <a:pt x="389726" y="266700"/>
                </a:moveTo>
                <a:lnTo>
                  <a:pt x="93599" y="266700"/>
                </a:lnTo>
                <a:lnTo>
                  <a:pt x="153797" y="526161"/>
                </a:lnTo>
                <a:lnTo>
                  <a:pt x="434720" y="461137"/>
                </a:lnTo>
                <a:lnTo>
                  <a:pt x="389726" y="266700"/>
                </a:lnTo>
                <a:close/>
              </a:path>
              <a:path w="468629" h="526414">
                <a:moveTo>
                  <a:pt x="179831" y="0"/>
                </a:moveTo>
                <a:lnTo>
                  <a:pt x="0" y="288417"/>
                </a:lnTo>
                <a:lnTo>
                  <a:pt x="93599" y="266700"/>
                </a:lnTo>
                <a:lnTo>
                  <a:pt x="389726" y="266700"/>
                </a:lnTo>
                <a:lnTo>
                  <a:pt x="374650" y="201549"/>
                </a:lnTo>
                <a:lnTo>
                  <a:pt x="468249" y="179958"/>
                </a:lnTo>
                <a:lnTo>
                  <a:pt x="179831" y="0"/>
                </a:lnTo>
                <a:close/>
              </a:path>
            </a:pathLst>
          </a:custGeom>
          <a:solidFill>
            <a:srgbClr val="AABBE3"/>
          </a:solidFill>
        </p:spPr>
        <p:txBody>
          <a:bodyPr wrap="square" lIns="0" tIns="0" rIns="0" bIns="0" rtlCol="0"/>
          <a:lstStyle/>
          <a:p>
            <a:endParaRPr/>
          </a:p>
        </p:txBody>
      </p:sp>
      <p:sp>
        <p:nvSpPr>
          <p:cNvPr id="19" name="object 19"/>
          <p:cNvSpPr/>
          <p:nvPr/>
        </p:nvSpPr>
        <p:spPr>
          <a:xfrm>
            <a:off x="3537965" y="2599182"/>
            <a:ext cx="1656714" cy="1423670"/>
          </a:xfrm>
          <a:custGeom>
            <a:avLst/>
            <a:gdLst/>
            <a:ahLst/>
            <a:cxnLst/>
            <a:rect l="l" t="t" r="r" b="b"/>
            <a:pathLst>
              <a:path w="1656714" h="1423670">
                <a:moveTo>
                  <a:pt x="828294" y="0"/>
                </a:moveTo>
                <a:lnTo>
                  <a:pt x="775911" y="1400"/>
                </a:lnTo>
                <a:lnTo>
                  <a:pt x="724394" y="5545"/>
                </a:lnTo>
                <a:lnTo>
                  <a:pt x="673840" y="12351"/>
                </a:lnTo>
                <a:lnTo>
                  <a:pt x="624346" y="21736"/>
                </a:lnTo>
                <a:lnTo>
                  <a:pt x="576009" y="33615"/>
                </a:lnTo>
                <a:lnTo>
                  <a:pt x="528925" y="47906"/>
                </a:lnTo>
                <a:lnTo>
                  <a:pt x="483193" y="64524"/>
                </a:lnTo>
                <a:lnTo>
                  <a:pt x="438908" y="83387"/>
                </a:lnTo>
                <a:lnTo>
                  <a:pt x="396169" y="104412"/>
                </a:lnTo>
                <a:lnTo>
                  <a:pt x="355071" y="127514"/>
                </a:lnTo>
                <a:lnTo>
                  <a:pt x="315713" y="152611"/>
                </a:lnTo>
                <a:lnTo>
                  <a:pt x="278191" y="179619"/>
                </a:lnTo>
                <a:lnTo>
                  <a:pt x="242601" y="208454"/>
                </a:lnTo>
                <a:lnTo>
                  <a:pt x="209042" y="239034"/>
                </a:lnTo>
                <a:lnTo>
                  <a:pt x="177610" y="271275"/>
                </a:lnTo>
                <a:lnTo>
                  <a:pt x="148402" y="305094"/>
                </a:lnTo>
                <a:lnTo>
                  <a:pt x="121516" y="340406"/>
                </a:lnTo>
                <a:lnTo>
                  <a:pt x="97047" y="377130"/>
                </a:lnTo>
                <a:lnTo>
                  <a:pt x="75094" y="415181"/>
                </a:lnTo>
                <a:lnTo>
                  <a:pt x="55753" y="454477"/>
                </a:lnTo>
                <a:lnTo>
                  <a:pt x="39122" y="494933"/>
                </a:lnTo>
                <a:lnTo>
                  <a:pt x="25296" y="536467"/>
                </a:lnTo>
                <a:lnTo>
                  <a:pt x="14375" y="578994"/>
                </a:lnTo>
                <a:lnTo>
                  <a:pt x="6453" y="622432"/>
                </a:lnTo>
                <a:lnTo>
                  <a:pt x="1629" y="666698"/>
                </a:lnTo>
                <a:lnTo>
                  <a:pt x="0" y="711707"/>
                </a:lnTo>
                <a:lnTo>
                  <a:pt x="1629" y="756717"/>
                </a:lnTo>
                <a:lnTo>
                  <a:pt x="6453" y="800983"/>
                </a:lnTo>
                <a:lnTo>
                  <a:pt x="14375" y="844421"/>
                </a:lnTo>
                <a:lnTo>
                  <a:pt x="25296" y="886948"/>
                </a:lnTo>
                <a:lnTo>
                  <a:pt x="39122" y="928482"/>
                </a:lnTo>
                <a:lnTo>
                  <a:pt x="55753" y="968938"/>
                </a:lnTo>
                <a:lnTo>
                  <a:pt x="75094" y="1008234"/>
                </a:lnTo>
                <a:lnTo>
                  <a:pt x="97047" y="1046285"/>
                </a:lnTo>
                <a:lnTo>
                  <a:pt x="121516" y="1083009"/>
                </a:lnTo>
                <a:lnTo>
                  <a:pt x="148402" y="1118321"/>
                </a:lnTo>
                <a:lnTo>
                  <a:pt x="177610" y="1152140"/>
                </a:lnTo>
                <a:lnTo>
                  <a:pt x="209042" y="1184381"/>
                </a:lnTo>
                <a:lnTo>
                  <a:pt x="242601" y="1214961"/>
                </a:lnTo>
                <a:lnTo>
                  <a:pt x="278191" y="1243796"/>
                </a:lnTo>
                <a:lnTo>
                  <a:pt x="315713" y="1270804"/>
                </a:lnTo>
                <a:lnTo>
                  <a:pt x="355071" y="1295901"/>
                </a:lnTo>
                <a:lnTo>
                  <a:pt x="396169" y="1319003"/>
                </a:lnTo>
                <a:lnTo>
                  <a:pt x="438908" y="1340028"/>
                </a:lnTo>
                <a:lnTo>
                  <a:pt x="483193" y="1358891"/>
                </a:lnTo>
                <a:lnTo>
                  <a:pt x="528925" y="1375509"/>
                </a:lnTo>
                <a:lnTo>
                  <a:pt x="576009" y="1389800"/>
                </a:lnTo>
                <a:lnTo>
                  <a:pt x="624346" y="1401679"/>
                </a:lnTo>
                <a:lnTo>
                  <a:pt x="673840" y="1411064"/>
                </a:lnTo>
                <a:lnTo>
                  <a:pt x="724394" y="1417870"/>
                </a:lnTo>
                <a:lnTo>
                  <a:pt x="775911" y="1422015"/>
                </a:lnTo>
                <a:lnTo>
                  <a:pt x="828294" y="1423415"/>
                </a:lnTo>
                <a:lnTo>
                  <a:pt x="880676" y="1422015"/>
                </a:lnTo>
                <a:lnTo>
                  <a:pt x="932193" y="1417870"/>
                </a:lnTo>
                <a:lnTo>
                  <a:pt x="982747" y="1411064"/>
                </a:lnTo>
                <a:lnTo>
                  <a:pt x="1032241" y="1401679"/>
                </a:lnTo>
                <a:lnTo>
                  <a:pt x="1080578" y="1389800"/>
                </a:lnTo>
                <a:lnTo>
                  <a:pt x="1127662" y="1375509"/>
                </a:lnTo>
                <a:lnTo>
                  <a:pt x="1173394" y="1358891"/>
                </a:lnTo>
                <a:lnTo>
                  <a:pt x="1217679" y="1340028"/>
                </a:lnTo>
                <a:lnTo>
                  <a:pt x="1260418" y="1319003"/>
                </a:lnTo>
                <a:lnTo>
                  <a:pt x="1301516" y="1295901"/>
                </a:lnTo>
                <a:lnTo>
                  <a:pt x="1340874" y="1270804"/>
                </a:lnTo>
                <a:lnTo>
                  <a:pt x="1378396" y="1243796"/>
                </a:lnTo>
                <a:lnTo>
                  <a:pt x="1413986" y="1214961"/>
                </a:lnTo>
                <a:lnTo>
                  <a:pt x="1447545" y="1184381"/>
                </a:lnTo>
                <a:lnTo>
                  <a:pt x="1478977" y="1152140"/>
                </a:lnTo>
                <a:lnTo>
                  <a:pt x="1508185" y="1118321"/>
                </a:lnTo>
                <a:lnTo>
                  <a:pt x="1535071" y="1083009"/>
                </a:lnTo>
                <a:lnTo>
                  <a:pt x="1559540" y="1046285"/>
                </a:lnTo>
                <a:lnTo>
                  <a:pt x="1581493" y="1008234"/>
                </a:lnTo>
                <a:lnTo>
                  <a:pt x="1600834" y="968938"/>
                </a:lnTo>
                <a:lnTo>
                  <a:pt x="1617465" y="928482"/>
                </a:lnTo>
                <a:lnTo>
                  <a:pt x="1631291" y="886948"/>
                </a:lnTo>
                <a:lnTo>
                  <a:pt x="1642212" y="844421"/>
                </a:lnTo>
                <a:lnTo>
                  <a:pt x="1650134" y="800983"/>
                </a:lnTo>
                <a:lnTo>
                  <a:pt x="1654958" y="756717"/>
                </a:lnTo>
                <a:lnTo>
                  <a:pt x="1656588" y="711707"/>
                </a:lnTo>
                <a:lnTo>
                  <a:pt x="1654958" y="666698"/>
                </a:lnTo>
                <a:lnTo>
                  <a:pt x="1650134" y="622432"/>
                </a:lnTo>
                <a:lnTo>
                  <a:pt x="1642212" y="578994"/>
                </a:lnTo>
                <a:lnTo>
                  <a:pt x="1631291" y="536467"/>
                </a:lnTo>
                <a:lnTo>
                  <a:pt x="1617465" y="494933"/>
                </a:lnTo>
                <a:lnTo>
                  <a:pt x="1600834" y="454477"/>
                </a:lnTo>
                <a:lnTo>
                  <a:pt x="1581493" y="415181"/>
                </a:lnTo>
                <a:lnTo>
                  <a:pt x="1559540" y="377130"/>
                </a:lnTo>
                <a:lnTo>
                  <a:pt x="1535071" y="340406"/>
                </a:lnTo>
                <a:lnTo>
                  <a:pt x="1508185" y="305094"/>
                </a:lnTo>
                <a:lnTo>
                  <a:pt x="1478977" y="271275"/>
                </a:lnTo>
                <a:lnTo>
                  <a:pt x="1447545" y="239034"/>
                </a:lnTo>
                <a:lnTo>
                  <a:pt x="1413986" y="208454"/>
                </a:lnTo>
                <a:lnTo>
                  <a:pt x="1378396" y="179619"/>
                </a:lnTo>
                <a:lnTo>
                  <a:pt x="1340874" y="152611"/>
                </a:lnTo>
                <a:lnTo>
                  <a:pt x="1301516" y="127514"/>
                </a:lnTo>
                <a:lnTo>
                  <a:pt x="1260418" y="104412"/>
                </a:lnTo>
                <a:lnTo>
                  <a:pt x="1217679" y="83387"/>
                </a:lnTo>
                <a:lnTo>
                  <a:pt x="1173394" y="64524"/>
                </a:lnTo>
                <a:lnTo>
                  <a:pt x="1127662" y="47906"/>
                </a:lnTo>
                <a:lnTo>
                  <a:pt x="1080578" y="33615"/>
                </a:lnTo>
                <a:lnTo>
                  <a:pt x="1032241" y="21736"/>
                </a:lnTo>
                <a:lnTo>
                  <a:pt x="982747" y="12351"/>
                </a:lnTo>
                <a:lnTo>
                  <a:pt x="932193" y="5545"/>
                </a:lnTo>
                <a:lnTo>
                  <a:pt x="880676" y="1400"/>
                </a:lnTo>
                <a:lnTo>
                  <a:pt x="828294" y="0"/>
                </a:lnTo>
                <a:close/>
              </a:path>
            </a:pathLst>
          </a:custGeom>
          <a:solidFill>
            <a:srgbClr val="0073CF"/>
          </a:solidFill>
        </p:spPr>
        <p:txBody>
          <a:bodyPr wrap="square" lIns="0" tIns="0" rIns="0" bIns="0" rtlCol="0"/>
          <a:lstStyle/>
          <a:p>
            <a:endParaRPr/>
          </a:p>
        </p:txBody>
      </p:sp>
      <p:sp>
        <p:nvSpPr>
          <p:cNvPr id="20" name="object 20"/>
          <p:cNvSpPr/>
          <p:nvPr/>
        </p:nvSpPr>
        <p:spPr>
          <a:xfrm>
            <a:off x="3537965" y="2599182"/>
            <a:ext cx="1656714" cy="1423670"/>
          </a:xfrm>
          <a:custGeom>
            <a:avLst/>
            <a:gdLst/>
            <a:ahLst/>
            <a:cxnLst/>
            <a:rect l="l" t="t" r="r" b="b"/>
            <a:pathLst>
              <a:path w="1656714" h="1423670">
                <a:moveTo>
                  <a:pt x="0" y="711707"/>
                </a:moveTo>
                <a:lnTo>
                  <a:pt x="1629" y="666698"/>
                </a:lnTo>
                <a:lnTo>
                  <a:pt x="6453" y="622432"/>
                </a:lnTo>
                <a:lnTo>
                  <a:pt x="14375" y="578994"/>
                </a:lnTo>
                <a:lnTo>
                  <a:pt x="25296" y="536467"/>
                </a:lnTo>
                <a:lnTo>
                  <a:pt x="39122" y="494933"/>
                </a:lnTo>
                <a:lnTo>
                  <a:pt x="55753" y="454477"/>
                </a:lnTo>
                <a:lnTo>
                  <a:pt x="75094" y="415181"/>
                </a:lnTo>
                <a:lnTo>
                  <a:pt x="97047" y="377130"/>
                </a:lnTo>
                <a:lnTo>
                  <a:pt x="121516" y="340406"/>
                </a:lnTo>
                <a:lnTo>
                  <a:pt x="148402" y="305094"/>
                </a:lnTo>
                <a:lnTo>
                  <a:pt x="177610" y="271275"/>
                </a:lnTo>
                <a:lnTo>
                  <a:pt x="209042" y="239034"/>
                </a:lnTo>
                <a:lnTo>
                  <a:pt x="242601" y="208454"/>
                </a:lnTo>
                <a:lnTo>
                  <a:pt x="278191" y="179619"/>
                </a:lnTo>
                <a:lnTo>
                  <a:pt x="315713" y="152611"/>
                </a:lnTo>
                <a:lnTo>
                  <a:pt x="355071" y="127514"/>
                </a:lnTo>
                <a:lnTo>
                  <a:pt x="396169" y="104412"/>
                </a:lnTo>
                <a:lnTo>
                  <a:pt x="438908" y="83387"/>
                </a:lnTo>
                <a:lnTo>
                  <a:pt x="483193" y="64524"/>
                </a:lnTo>
                <a:lnTo>
                  <a:pt x="528925" y="47906"/>
                </a:lnTo>
                <a:lnTo>
                  <a:pt x="576009" y="33615"/>
                </a:lnTo>
                <a:lnTo>
                  <a:pt x="624346" y="21736"/>
                </a:lnTo>
                <a:lnTo>
                  <a:pt x="673840" y="12351"/>
                </a:lnTo>
                <a:lnTo>
                  <a:pt x="724394" y="5545"/>
                </a:lnTo>
                <a:lnTo>
                  <a:pt x="775911" y="1400"/>
                </a:lnTo>
                <a:lnTo>
                  <a:pt x="828294" y="0"/>
                </a:lnTo>
                <a:lnTo>
                  <a:pt x="880676" y="1400"/>
                </a:lnTo>
                <a:lnTo>
                  <a:pt x="932193" y="5545"/>
                </a:lnTo>
                <a:lnTo>
                  <a:pt x="982747" y="12351"/>
                </a:lnTo>
                <a:lnTo>
                  <a:pt x="1032241" y="21736"/>
                </a:lnTo>
                <a:lnTo>
                  <a:pt x="1080578" y="33615"/>
                </a:lnTo>
                <a:lnTo>
                  <a:pt x="1127662" y="47906"/>
                </a:lnTo>
                <a:lnTo>
                  <a:pt x="1173394" y="64524"/>
                </a:lnTo>
                <a:lnTo>
                  <a:pt x="1217679" y="83387"/>
                </a:lnTo>
                <a:lnTo>
                  <a:pt x="1260418" y="104412"/>
                </a:lnTo>
                <a:lnTo>
                  <a:pt x="1301516" y="127514"/>
                </a:lnTo>
                <a:lnTo>
                  <a:pt x="1340874" y="152611"/>
                </a:lnTo>
                <a:lnTo>
                  <a:pt x="1378396" y="179619"/>
                </a:lnTo>
                <a:lnTo>
                  <a:pt x="1413986" y="208454"/>
                </a:lnTo>
                <a:lnTo>
                  <a:pt x="1447545" y="239034"/>
                </a:lnTo>
                <a:lnTo>
                  <a:pt x="1478977" y="271275"/>
                </a:lnTo>
                <a:lnTo>
                  <a:pt x="1508185" y="305094"/>
                </a:lnTo>
                <a:lnTo>
                  <a:pt x="1535071" y="340406"/>
                </a:lnTo>
                <a:lnTo>
                  <a:pt x="1559540" y="377130"/>
                </a:lnTo>
                <a:lnTo>
                  <a:pt x="1581493" y="415181"/>
                </a:lnTo>
                <a:lnTo>
                  <a:pt x="1600834" y="454477"/>
                </a:lnTo>
                <a:lnTo>
                  <a:pt x="1617465" y="494933"/>
                </a:lnTo>
                <a:lnTo>
                  <a:pt x="1631291" y="536467"/>
                </a:lnTo>
                <a:lnTo>
                  <a:pt x="1642212" y="578994"/>
                </a:lnTo>
                <a:lnTo>
                  <a:pt x="1650134" y="622432"/>
                </a:lnTo>
                <a:lnTo>
                  <a:pt x="1654958" y="666698"/>
                </a:lnTo>
                <a:lnTo>
                  <a:pt x="1656588" y="711707"/>
                </a:lnTo>
                <a:lnTo>
                  <a:pt x="1654958" y="756717"/>
                </a:lnTo>
                <a:lnTo>
                  <a:pt x="1650134" y="800983"/>
                </a:lnTo>
                <a:lnTo>
                  <a:pt x="1642212" y="844421"/>
                </a:lnTo>
                <a:lnTo>
                  <a:pt x="1631291" y="886948"/>
                </a:lnTo>
                <a:lnTo>
                  <a:pt x="1617465" y="928482"/>
                </a:lnTo>
                <a:lnTo>
                  <a:pt x="1600834" y="968938"/>
                </a:lnTo>
                <a:lnTo>
                  <a:pt x="1581493" y="1008234"/>
                </a:lnTo>
                <a:lnTo>
                  <a:pt x="1559540" y="1046285"/>
                </a:lnTo>
                <a:lnTo>
                  <a:pt x="1535071" y="1083009"/>
                </a:lnTo>
                <a:lnTo>
                  <a:pt x="1508185" y="1118321"/>
                </a:lnTo>
                <a:lnTo>
                  <a:pt x="1478977" y="1152140"/>
                </a:lnTo>
                <a:lnTo>
                  <a:pt x="1447545" y="1184381"/>
                </a:lnTo>
                <a:lnTo>
                  <a:pt x="1413986" y="1214961"/>
                </a:lnTo>
                <a:lnTo>
                  <a:pt x="1378396" y="1243796"/>
                </a:lnTo>
                <a:lnTo>
                  <a:pt x="1340874" y="1270804"/>
                </a:lnTo>
                <a:lnTo>
                  <a:pt x="1301516" y="1295901"/>
                </a:lnTo>
                <a:lnTo>
                  <a:pt x="1260418" y="1319003"/>
                </a:lnTo>
                <a:lnTo>
                  <a:pt x="1217679" y="1340028"/>
                </a:lnTo>
                <a:lnTo>
                  <a:pt x="1173394" y="1358891"/>
                </a:lnTo>
                <a:lnTo>
                  <a:pt x="1127662" y="1375509"/>
                </a:lnTo>
                <a:lnTo>
                  <a:pt x="1080578" y="1389800"/>
                </a:lnTo>
                <a:lnTo>
                  <a:pt x="1032241" y="1401679"/>
                </a:lnTo>
                <a:lnTo>
                  <a:pt x="982747" y="1411064"/>
                </a:lnTo>
                <a:lnTo>
                  <a:pt x="932193" y="1417870"/>
                </a:lnTo>
                <a:lnTo>
                  <a:pt x="880676" y="1422015"/>
                </a:lnTo>
                <a:lnTo>
                  <a:pt x="828294" y="1423415"/>
                </a:lnTo>
                <a:lnTo>
                  <a:pt x="775911" y="1422015"/>
                </a:lnTo>
                <a:lnTo>
                  <a:pt x="724394" y="1417870"/>
                </a:lnTo>
                <a:lnTo>
                  <a:pt x="673840" y="1411064"/>
                </a:lnTo>
                <a:lnTo>
                  <a:pt x="624346" y="1401679"/>
                </a:lnTo>
                <a:lnTo>
                  <a:pt x="576009" y="1389800"/>
                </a:lnTo>
                <a:lnTo>
                  <a:pt x="528925" y="1375509"/>
                </a:lnTo>
                <a:lnTo>
                  <a:pt x="483193" y="1358891"/>
                </a:lnTo>
                <a:lnTo>
                  <a:pt x="438908" y="1340028"/>
                </a:lnTo>
                <a:lnTo>
                  <a:pt x="396169" y="1319003"/>
                </a:lnTo>
                <a:lnTo>
                  <a:pt x="355071" y="1295901"/>
                </a:lnTo>
                <a:lnTo>
                  <a:pt x="315713" y="1270804"/>
                </a:lnTo>
                <a:lnTo>
                  <a:pt x="278191" y="1243796"/>
                </a:lnTo>
                <a:lnTo>
                  <a:pt x="242601" y="1214961"/>
                </a:lnTo>
                <a:lnTo>
                  <a:pt x="209042" y="1184381"/>
                </a:lnTo>
                <a:lnTo>
                  <a:pt x="177610" y="1152140"/>
                </a:lnTo>
                <a:lnTo>
                  <a:pt x="148402" y="1118321"/>
                </a:lnTo>
                <a:lnTo>
                  <a:pt x="121516" y="1083009"/>
                </a:lnTo>
                <a:lnTo>
                  <a:pt x="97047" y="1046285"/>
                </a:lnTo>
                <a:lnTo>
                  <a:pt x="75094" y="1008234"/>
                </a:lnTo>
                <a:lnTo>
                  <a:pt x="55753" y="968938"/>
                </a:lnTo>
                <a:lnTo>
                  <a:pt x="39122" y="928482"/>
                </a:lnTo>
                <a:lnTo>
                  <a:pt x="25296" y="886948"/>
                </a:lnTo>
                <a:lnTo>
                  <a:pt x="14375" y="844421"/>
                </a:lnTo>
                <a:lnTo>
                  <a:pt x="6453" y="800983"/>
                </a:lnTo>
                <a:lnTo>
                  <a:pt x="1629" y="756717"/>
                </a:lnTo>
                <a:lnTo>
                  <a:pt x="0" y="711707"/>
                </a:lnTo>
                <a:close/>
              </a:path>
            </a:pathLst>
          </a:custGeom>
          <a:ln w="25400">
            <a:solidFill>
              <a:srgbClr val="FFFFFF"/>
            </a:solidFill>
          </a:ln>
        </p:spPr>
        <p:txBody>
          <a:bodyPr wrap="square" lIns="0" tIns="0" rIns="0" bIns="0" rtlCol="0"/>
          <a:lstStyle/>
          <a:p>
            <a:endParaRPr/>
          </a:p>
        </p:txBody>
      </p:sp>
      <p:sp>
        <p:nvSpPr>
          <p:cNvPr id="21" name="object 21"/>
          <p:cNvSpPr txBox="1"/>
          <p:nvPr/>
        </p:nvSpPr>
        <p:spPr>
          <a:xfrm>
            <a:off x="3957320" y="3121279"/>
            <a:ext cx="818515"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FFFFF"/>
                </a:solidFill>
                <a:latin typeface="Arial"/>
                <a:cs typeface="Arial"/>
              </a:rPr>
              <a:t>Reflect</a:t>
            </a:r>
            <a:endParaRPr sz="2000">
              <a:latin typeface="Arial"/>
              <a:cs typeface="Arial"/>
            </a:endParaRPr>
          </a:p>
        </p:txBody>
      </p:sp>
      <p:sp>
        <p:nvSpPr>
          <p:cNvPr id="22" name="object 22"/>
          <p:cNvSpPr/>
          <p:nvPr/>
        </p:nvSpPr>
        <p:spPr>
          <a:xfrm>
            <a:off x="4925059" y="2472054"/>
            <a:ext cx="521334" cy="487045"/>
          </a:xfrm>
          <a:custGeom>
            <a:avLst/>
            <a:gdLst/>
            <a:ahLst/>
            <a:cxnLst/>
            <a:rect l="l" t="t" r="r" b="b"/>
            <a:pathLst>
              <a:path w="521335" h="487044">
                <a:moveTo>
                  <a:pt x="185292" y="0"/>
                </a:moveTo>
                <a:lnTo>
                  <a:pt x="241807" y="77724"/>
                </a:lnTo>
                <a:lnTo>
                  <a:pt x="0" y="253365"/>
                </a:lnTo>
                <a:lnTo>
                  <a:pt x="169544" y="486664"/>
                </a:lnTo>
                <a:lnTo>
                  <a:pt x="411352" y="311023"/>
                </a:lnTo>
                <a:lnTo>
                  <a:pt x="480175" y="311023"/>
                </a:lnTo>
                <a:lnTo>
                  <a:pt x="520953" y="53086"/>
                </a:lnTo>
                <a:lnTo>
                  <a:pt x="185292" y="0"/>
                </a:lnTo>
                <a:close/>
              </a:path>
              <a:path w="521335" h="487044">
                <a:moveTo>
                  <a:pt x="480175" y="311023"/>
                </a:moveTo>
                <a:lnTo>
                  <a:pt x="411352" y="311023"/>
                </a:lnTo>
                <a:lnTo>
                  <a:pt x="467867" y="388874"/>
                </a:lnTo>
                <a:lnTo>
                  <a:pt x="480175" y="311023"/>
                </a:lnTo>
                <a:close/>
              </a:path>
            </a:pathLst>
          </a:custGeom>
          <a:solidFill>
            <a:srgbClr val="AABBE3"/>
          </a:solidFill>
        </p:spPr>
        <p:txBody>
          <a:bodyPr wrap="square" lIns="0" tIns="0" rIns="0" bIns="0" rtlCol="0"/>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9668" y="376808"/>
            <a:ext cx="6109970" cy="422275"/>
          </a:xfrm>
          <a:prstGeom prst="rect">
            <a:avLst/>
          </a:prstGeom>
        </p:spPr>
        <p:txBody>
          <a:bodyPr vert="horz" wrap="square" lIns="0" tIns="13335" rIns="0" bIns="0" rtlCol="0">
            <a:spAutoFit/>
          </a:bodyPr>
          <a:lstStyle/>
          <a:p>
            <a:pPr marL="12700">
              <a:lnSpc>
                <a:spcPct val="100000"/>
              </a:lnSpc>
              <a:spcBef>
                <a:spcPts val="105"/>
              </a:spcBef>
            </a:pPr>
            <a:r>
              <a:rPr sz="2600" dirty="0"/>
              <a:t>What makes a successful</a:t>
            </a:r>
            <a:r>
              <a:rPr sz="2600" spc="-45" dirty="0"/>
              <a:t> </a:t>
            </a:r>
            <a:r>
              <a:rPr sz="2600" dirty="0"/>
              <a:t>presentation</a:t>
            </a:r>
            <a:endParaRPr sz="2600"/>
          </a:p>
        </p:txBody>
      </p:sp>
      <p:sp>
        <p:nvSpPr>
          <p:cNvPr id="3" name="object 3"/>
          <p:cNvSpPr txBox="1"/>
          <p:nvPr/>
        </p:nvSpPr>
        <p:spPr>
          <a:xfrm>
            <a:off x="1895601" y="2185162"/>
            <a:ext cx="4065904" cy="2465070"/>
          </a:xfrm>
          <a:prstGeom prst="rect">
            <a:avLst/>
          </a:prstGeom>
        </p:spPr>
        <p:txBody>
          <a:bodyPr vert="horz" wrap="square" lIns="0" tIns="13335" rIns="0" bIns="0" rtlCol="0">
            <a:spAutoFit/>
          </a:bodyPr>
          <a:lstStyle/>
          <a:p>
            <a:pPr marL="281940" indent="-269875">
              <a:lnSpc>
                <a:spcPct val="100000"/>
              </a:lnSpc>
              <a:spcBef>
                <a:spcPts val="105"/>
              </a:spcBef>
              <a:buChar char="•"/>
              <a:tabLst>
                <a:tab pos="281940" algn="l"/>
                <a:tab pos="282575" algn="l"/>
              </a:tabLst>
            </a:pPr>
            <a:r>
              <a:rPr sz="2000" dirty="0">
                <a:latin typeface="Arial"/>
                <a:cs typeface="Arial"/>
              </a:rPr>
              <a:t>The audience learned</a:t>
            </a:r>
            <a:r>
              <a:rPr sz="2000" spc="-110" dirty="0">
                <a:latin typeface="Arial"/>
                <a:cs typeface="Arial"/>
              </a:rPr>
              <a:t> </a:t>
            </a:r>
            <a:r>
              <a:rPr sz="2000" dirty="0">
                <a:latin typeface="Arial"/>
                <a:cs typeface="Arial"/>
              </a:rPr>
              <a:t>something</a:t>
            </a:r>
            <a:endParaRPr sz="2000">
              <a:latin typeface="Arial"/>
              <a:cs typeface="Arial"/>
            </a:endParaRPr>
          </a:p>
          <a:p>
            <a:pPr marL="281940" indent="-269875">
              <a:lnSpc>
                <a:spcPct val="100000"/>
              </a:lnSpc>
              <a:spcBef>
                <a:spcPts val="1800"/>
              </a:spcBef>
              <a:buChar char="•"/>
              <a:tabLst>
                <a:tab pos="281940" algn="l"/>
                <a:tab pos="282575" algn="l"/>
              </a:tabLst>
            </a:pPr>
            <a:r>
              <a:rPr sz="2000" dirty="0">
                <a:latin typeface="Arial"/>
                <a:cs typeface="Arial"/>
              </a:rPr>
              <a:t>The presenter learned</a:t>
            </a:r>
            <a:r>
              <a:rPr sz="2000" spc="-125" dirty="0">
                <a:latin typeface="Arial"/>
                <a:cs typeface="Arial"/>
              </a:rPr>
              <a:t> </a:t>
            </a:r>
            <a:r>
              <a:rPr sz="2000" dirty="0">
                <a:latin typeface="Arial"/>
                <a:cs typeface="Arial"/>
              </a:rPr>
              <a:t>something</a:t>
            </a:r>
            <a:endParaRPr sz="2000">
              <a:latin typeface="Arial"/>
              <a:cs typeface="Arial"/>
            </a:endParaRPr>
          </a:p>
          <a:p>
            <a:pPr marL="281940" indent="-269875">
              <a:lnSpc>
                <a:spcPct val="100000"/>
              </a:lnSpc>
              <a:spcBef>
                <a:spcPts val="1800"/>
              </a:spcBef>
              <a:buChar char="•"/>
              <a:tabLst>
                <a:tab pos="281940" algn="l"/>
                <a:tab pos="282575" algn="l"/>
              </a:tabLst>
            </a:pPr>
            <a:r>
              <a:rPr sz="2000" dirty="0">
                <a:latin typeface="Arial"/>
                <a:cs typeface="Arial"/>
              </a:rPr>
              <a:t>Everybody had a good</a:t>
            </a:r>
            <a:r>
              <a:rPr sz="2000" spc="-80" dirty="0">
                <a:latin typeface="Arial"/>
                <a:cs typeface="Arial"/>
              </a:rPr>
              <a:t> </a:t>
            </a:r>
            <a:r>
              <a:rPr sz="2000" dirty="0">
                <a:latin typeface="Arial"/>
                <a:cs typeface="Arial"/>
              </a:rPr>
              <a:t>time</a:t>
            </a:r>
            <a:endParaRPr sz="2000">
              <a:latin typeface="Arial"/>
              <a:cs typeface="Arial"/>
            </a:endParaRPr>
          </a:p>
          <a:p>
            <a:pPr marL="281940" indent="-269875">
              <a:lnSpc>
                <a:spcPct val="100000"/>
              </a:lnSpc>
              <a:spcBef>
                <a:spcPts val="1800"/>
              </a:spcBef>
              <a:buChar char="•"/>
              <a:tabLst>
                <a:tab pos="281940" algn="l"/>
                <a:tab pos="282575" algn="l"/>
              </a:tabLst>
            </a:pPr>
            <a:r>
              <a:rPr sz="2000" dirty="0">
                <a:latin typeface="Arial"/>
                <a:cs typeface="Arial"/>
              </a:rPr>
              <a:t>The presentation was</a:t>
            </a:r>
            <a:r>
              <a:rPr sz="2000" spc="-114" dirty="0">
                <a:latin typeface="Arial"/>
                <a:cs typeface="Arial"/>
              </a:rPr>
              <a:t> </a:t>
            </a:r>
            <a:r>
              <a:rPr sz="2000" dirty="0">
                <a:latin typeface="Arial"/>
                <a:cs typeface="Arial"/>
              </a:rPr>
              <a:t>memorable</a:t>
            </a:r>
            <a:endParaRPr sz="2000">
              <a:latin typeface="Arial"/>
              <a:cs typeface="Arial"/>
            </a:endParaRPr>
          </a:p>
          <a:p>
            <a:pPr marL="281940" indent="-269875">
              <a:lnSpc>
                <a:spcPct val="100000"/>
              </a:lnSpc>
              <a:spcBef>
                <a:spcPts val="1800"/>
              </a:spcBef>
              <a:buChar char="•"/>
              <a:tabLst>
                <a:tab pos="281940" algn="l"/>
                <a:tab pos="282575" algn="l"/>
              </a:tabLst>
            </a:pPr>
            <a:r>
              <a:rPr sz="2000" dirty="0">
                <a:latin typeface="Arial"/>
                <a:cs typeface="Arial"/>
              </a:rPr>
              <a:t>You get a good</a:t>
            </a:r>
            <a:r>
              <a:rPr sz="2000" spc="-80" dirty="0">
                <a:latin typeface="Arial"/>
                <a:cs typeface="Arial"/>
              </a:rPr>
              <a:t> </a:t>
            </a:r>
            <a:r>
              <a:rPr sz="2000" dirty="0">
                <a:latin typeface="Arial"/>
                <a:cs typeface="Arial"/>
              </a:rPr>
              <a:t>grade/review</a:t>
            </a:r>
            <a:endParaRPr sz="2000">
              <a:latin typeface="Arial"/>
              <a:cs typeface="Arial"/>
            </a:endParaRPr>
          </a:p>
        </p:txBody>
      </p:sp>
      <p:sp>
        <p:nvSpPr>
          <p:cNvPr id="4" name="object 4"/>
          <p:cNvSpPr/>
          <p:nvPr/>
        </p:nvSpPr>
        <p:spPr>
          <a:xfrm>
            <a:off x="6600443" y="1341119"/>
            <a:ext cx="3816096" cy="4793843"/>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a2764dc-a033-43a4-9ebd-4d72c4a401e9">
      <Terms xmlns="http://schemas.microsoft.com/office/infopath/2007/PartnerControls"/>
    </lcf76f155ced4ddcb4097134ff3c332f>
    <TaxCatchAll xmlns="4802f5d8-eb31-4047-8075-bf0e2351b4f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D58AF6313C09244AEC11C0AFDE66608" ma:contentTypeVersion="18" ma:contentTypeDescription="Create a new document." ma:contentTypeScope="" ma:versionID="cc23821e50e48bf36bc2266f055c3b99">
  <xsd:schema xmlns:xsd="http://www.w3.org/2001/XMLSchema" xmlns:xs="http://www.w3.org/2001/XMLSchema" xmlns:p="http://schemas.microsoft.com/office/2006/metadata/properties" xmlns:ns2="ca2764dc-a033-43a4-9ebd-4d72c4a401e9" xmlns:ns3="4802f5d8-eb31-4047-8075-bf0e2351b4f3" targetNamespace="http://schemas.microsoft.com/office/2006/metadata/properties" ma:root="true" ma:fieldsID="3e5a5efc79d36b112af40b36d1152516" ns2:_="" ns3:_="">
    <xsd:import namespace="ca2764dc-a033-43a4-9ebd-4d72c4a401e9"/>
    <xsd:import namespace="4802f5d8-eb31-4047-8075-bf0e2351b4f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2:lcf76f155ced4ddcb4097134ff3c332f" minOccurs="0"/>
                <xsd:element ref="ns3:TaxCatchAll"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2764dc-a033-43a4-9ebd-4d72c4a401e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aa27f011-1a9c-4bbb-bffd-f61e666ec8a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802f5d8-eb31-4047-8075-bf0e2351b4f3"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EEFE6E8D-C62D-4C3E-B5FA-B6DEEF816A98}" ma:internalName="TaxCatchAll" ma:showField="CatchAllData" ma:web="{5512f23b-13d8-4d01-ac1f-c33bb0b63f78}">
      <xsd:complexType>
        <xsd:complexContent>
          <xsd:extension base="dms:MultiChoiceLookup">
            <xsd:sequence>
              <xsd:element name="Value" type="dms:Lookup" maxOccurs="unbounded" minOccurs="0" nillable="true"/>
            </xsd:sequence>
          </xsd:extension>
        </xsd:complexContent>
      </xsd:complexType>
    </xsd:element>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2A1561B-13D5-409F-964B-C44C2504ED6A}">
  <ds:schemaRefs>
    <ds:schemaRef ds:uri="http://schemas.microsoft.com/office/2006/metadata/properties"/>
    <ds:schemaRef ds:uri="http://schemas.microsoft.com/office/infopath/2007/PartnerControls"/>
    <ds:schemaRef ds:uri="ca2764dc-a033-43a4-9ebd-4d72c4a401e9"/>
    <ds:schemaRef ds:uri="4802f5d8-eb31-4047-8075-bf0e2351b4f3"/>
  </ds:schemaRefs>
</ds:datastoreItem>
</file>

<file path=customXml/itemProps2.xml><?xml version="1.0" encoding="utf-8"?>
<ds:datastoreItem xmlns:ds="http://schemas.openxmlformats.org/officeDocument/2006/customXml" ds:itemID="{4165DE33-0625-4276-A1DB-A1CA9E183799}">
  <ds:schemaRefs>
    <ds:schemaRef ds:uri="http://schemas.microsoft.com/sharepoint/v3/contenttype/forms"/>
  </ds:schemaRefs>
</ds:datastoreItem>
</file>

<file path=customXml/itemProps3.xml><?xml version="1.0" encoding="utf-8"?>
<ds:datastoreItem xmlns:ds="http://schemas.openxmlformats.org/officeDocument/2006/customXml" ds:itemID="{2F819C23-BA2B-4198-B695-FA1C5F6977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a2764dc-a033-43a4-9ebd-4d72c4a401e9"/>
    <ds:schemaRef ds:uri="4802f5d8-eb31-4047-8075-bf0e2351b4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187</TotalTime>
  <Words>864</Words>
  <Application>Microsoft Macintosh PowerPoint</Application>
  <PresentationFormat>Widescreen</PresentationFormat>
  <Paragraphs>71</Paragraphs>
  <Slides>11</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Calibri</vt:lpstr>
      <vt:lpstr>Office Theme</vt:lpstr>
      <vt:lpstr>Academic presentations</vt:lpstr>
      <vt:lpstr>Things to consider: planning</vt:lpstr>
      <vt:lpstr>Things to consider: writing</vt:lpstr>
      <vt:lpstr>Structure</vt:lpstr>
      <vt:lpstr>Visual aids</vt:lpstr>
      <vt:lpstr>Visual aids</vt:lpstr>
      <vt:lpstr>Visual aids</vt:lpstr>
      <vt:lpstr>PowerPoint Presentation</vt:lpstr>
      <vt:lpstr>Things to consider: on the day</vt:lpstr>
      <vt:lpstr>Continuous learning process</vt:lpstr>
      <vt:lpstr>What makes a successful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c:creator>
  <cp:lastModifiedBy>Malia Marks</cp:lastModifiedBy>
  <cp:revision>4</cp:revision>
  <dcterms:created xsi:type="dcterms:W3CDTF">2024-10-15T08:15:53Z</dcterms:created>
  <dcterms:modified xsi:type="dcterms:W3CDTF">2024-11-18T13:59:14Z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2022-11-21T00:00:00Z</vt:filetime>
  </property>
  <property fmtid="{D5CDD505-2E9C-101B-9397-08002B2CF9AE}" pid="3" name="Creator">
    <vt:lpwstr>Microsoft® PowerPoint® for Microsoft 365</vt:lpwstr>
  </property>
  <property fmtid="{D5CDD505-2E9C-101B-9397-08002B2CF9AE}" pid="4" name="LastSaved">
    <vt:filetime>2024-10-15T00:00:00Z</vt:filetime>
  </property>
  <property fmtid="{D5CDD505-2E9C-101B-9397-08002B2CF9AE}" pid="5" name="ContentTypeId">
    <vt:lpwstr>0x010100DD58AF6313C09244AEC11C0AFDE66608</vt:lpwstr>
  </property>
  <property fmtid="{D5CDD505-2E9C-101B-9397-08002B2CF9AE}" pid="6" name="MediaServiceImageTags">
    <vt:lpwstr/>
  </property>
</Properties>
</file>